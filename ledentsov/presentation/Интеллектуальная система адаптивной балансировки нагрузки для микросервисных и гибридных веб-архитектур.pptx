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3.xml" ContentType="application/vnd.openxmlformats-officedocument.presentationml.notesSlide+xml"/>
  <Override PartName="/ppt/ink/ink3.xml" ContentType="application/inkml+xml"/>
  <Override PartName="/ppt/notesSlides/notesSlide4.xml" ContentType="application/vnd.openxmlformats-officedocument.presentationml.notesSlide+xml"/>
  <Override PartName="/ppt/ink/ink4.xml" ContentType="application/inkml+xml"/>
  <Override PartName="/ppt/notesSlides/notesSlide5.xml" ContentType="application/vnd.openxmlformats-officedocument.presentationml.notesSlide+xml"/>
  <Override PartName="/ppt/ink/ink5.xml" ContentType="application/inkml+xml"/>
  <Override PartName="/ppt/notesSlides/notesSlide6.xml" ContentType="application/vnd.openxmlformats-officedocument.presentationml.notesSlide+xml"/>
  <Override PartName="/ppt/ink/ink6.xml" ContentType="application/inkml+xml"/>
  <Override PartName="/ppt/notesSlides/notesSlide7.xml" ContentType="application/vnd.openxmlformats-officedocument.presentationml.notesSlide+xml"/>
  <Override PartName="/ppt/ink/ink7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8.xml" ContentType="application/inkml+xml"/>
  <Override PartName="/ppt/notesSlides/notesSlide10.xml" ContentType="application/vnd.openxmlformats-officedocument.presentationml.notesSlide+xml"/>
  <Override PartName="/ppt/ink/ink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embeddedFontLst>
    <p:embeddedFont>
      <p:font typeface="Instrument Sans Medium" panose="020B0604020202020204" charset="0"/>
      <p:regular r:id="rId16"/>
    </p:embeddedFont>
    <p:embeddedFont>
      <p:font typeface="Instrument Sans SemiBold" panose="020B0604020202020204" charset="0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8:13:13.36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0 337 24575,'3'27'0,"0"0"0,2-1 0,0 0 0,18 49 0,-9-31 0,4-3 0,-18-40 0,1-1 0,-1 1 0,0-1 0,1 1 0,-1-1 0,1 1 0,-1-1 0,0 1 0,1-1 0,-1 1 0,1-1 0,-1 0 0,1 1 0,-1-1 0,1 0 0,0 1 0,-1-1 0,1 0 0,-1 0 0,1 1 0,0-1 0,-1 0 0,2 0 0,-1-1 0,-1 1 0,1-1 0,0 1 0,0-1 0,-1 0 0,1 0 0,0 1 0,-1-1 0,1 0 0,0 0 0,-1 0 0,1 0 0,-1 1 0,0-1 0,1 0 0,-1 0 0,0 0 0,1 0 0,-1 0 0,0-2 0,2-9 0,-1 0 0,0 0 0,-1-21 0,-1 16 0,2 0 0,2-19 0,-3 32 0,1 1 0,-1 0 0,1-1 0,0 1 0,0 0 0,1 0 0,-1 0 0,1 0 0,-1 0 0,1 0 0,0 0 0,0 0 0,0 1 0,0-1 0,1 1 0,2-3 0,-4 5 0,0-1 0,0 0 0,0 1 0,0-1 0,0 1 0,0-1 0,0 1 0,0 0 0,0-1 0,1 1 0,-1 0 0,0 0 0,0 0 0,0 0 0,1 0 0,-1 0 0,0 0 0,0 0 0,0 0 0,0 1 0,0-1 0,1 0 0,-1 1 0,0-1 0,0 1 0,0-1 0,0 1 0,0 0 0,0-1 0,0 1 0,0 0 0,-1 0 0,1 0 0,0-1 0,0 1 0,0 0 0,-1 0 0,1 0 0,0 2 0,4 5 0,0 0 0,0 1 0,5 17 0,-5-14 0,0 3 0,0-1 0,-1 1 0,-1 0 0,2 19 0,-3-20 0,0 0 0,1 1 0,1-1 0,7 18 0,-11-32 0,0 0 0,0 0 0,1 0 0,-1 1 0,0-1 0,0 0 0,0 0 0,0 0 0,1 0 0,-1 0 0,0 0 0,0 0 0,0 0 0,1 0 0,-1 0 0,0 0 0,0 0 0,0 0 0,1 0 0,-1 0 0,0 0 0,0 0 0,0 0 0,1 0 0,-1 0 0,0 0 0,0 0 0,0 0 0,1 0 0,-1-1 0,0 1 0,0 0 0,0 0 0,0 0 0,1 0 0,-1 0 0,0 0 0,0-1 0,0 1 0,0 0 0,0 0 0,0 0 0,0-1 0,1 1 0,-1 0 0,0 0 0,0 0 0,0-1 0,0 1 0,0 0 0,0 0 0,0 0 0,0-1 0,0 1 0,7-14 0,-6 12 0,7-20 0,0-1 0,7-33 0,-10 34 0,1 0 0,16-39 0,-22 60 0,0 0 0,0 1 0,1-1 0,-1 0 0,1 0 0,-1 1 0,0-1 0,1 0 0,-1 1 0,1-1 0,-1 0 0,1 1 0,0-1 0,-1 1 0,1-1 0,0 1 0,-1-1 0,1 1 0,0-1 0,1 1 0,-2 0 0,1 0 0,-1 0 0,1 0 0,-1 1 0,1-1 0,-1 0 0,0 0 0,1 1 0,-1-1 0,1 0 0,-1 1 0,0-1 0,1 1 0,-1-1 0,0 0 0,1 1 0,-1-1 0,0 1 0,1-1 0,-1 1 0,0-1 0,0 1 0,0 0 0,12 47 0,-9-29 0,-3-19 0,0 0 0,0 1 0,0-1 0,0 0 0,0 0 0,1 1 0,-1-1 0,0 0 0,0 1 0,0-1 0,0 0 0,0 0 0,0 1 0,0-1 0,0 0 0,1 0 0,-1 1 0,0-1 0,0 0 0,0 0 0,1 0 0,-1 1 0,0-1 0,0 0 0,1 0 0,-1 0 0,0 0 0,0 0 0,1 1 0,-1-1 0,0 0 0,0 0 0,1 0 0,-1 0 0,0 0 0,1 0 0,6-11 0,6-35 0,-6 20 0,5-12 0,-10 28 0,0 0 0,2 0 0,-1 0 0,7-12 0,-10 21 0,1 0 0,-1 1 0,0-1 0,1 0 0,-1 1 0,0-1 0,1 1 0,-1-1 0,1 0 0,-1 1 0,1-1 0,-1 1 0,1-1 0,-1 1 0,1 0 0,0-1 0,-1 1 0,1-1 0,-1 1 0,1 0 0,0 0 0,0-1 0,-1 1 0,1 0 0,0 0 0,-1 0 0,1 0 0,0 0 0,0 0 0,-1 0 0,1 0 0,0 0 0,-1 0 0,2 0 0,0 2 0,0-1 0,0 0 0,-1 1 0,1-1 0,0 1 0,-1 0 0,0-1 0,1 1 0,-1 0 0,0 0 0,2 3 0,2 7 0,1 0 0,6 26 0,-10-24 0,0 1 0,0 0 0,-1 21 0,1 20 0,3-46 0,1-16 0,6-23 0,-10 24 0,4-13 0,-5 14 0,0 1 0,0-1 0,0 1 0,0-1 0,1 1 0,-1 0 0,1 0 0,0-1 0,0 1 0,0 0 0,0 1 0,6-6 0,-8 8 0,1 0 0,-1 0 0,1 0 0,0 0 0,-1 0 0,1 0 0,-1 0 0,1 0 0,-1 0 0,1 1 0,-1-1 0,1 0 0,0 0 0,-1 1 0,1-1 0,-1 0 0,0 1 0,1-1 0,-1 1 0,1-1 0,-1 0 0,0 1 0,1-1 0,-1 1 0,0-1 0,1 1 0,-1-1 0,0 1 0,0-1 0,1 1 0,-1 0 0,0 0 0,0 0 0,1 0 0,-1 0 0,0 0 0,1 0 0,-1-1 0,1 1 0,-1 0 0,1 0 0,0 0 0,-1-1 0,1 1 0,-1 0 0,1-1 0,0 1 0,0-1 0,0 1 0,-1-1 0,1 1 0,0-1 0,0 1 0,0-1 0,0 0 0,0 1 0,0-1 0,-1 0 0,1 0 0,0 0 0,0 0 0,0 0 0,2 0 0,2-2 0,0-1 0,0 0 0,0 0 0,-1-1 0,1 1 0,-1-1 0,0 0 0,0 0 0,-1 0 0,1-1 0,-1 1 0,5-8 0,32-66 0,-34 66 0,4-18 0,-9 25 0,0 0 0,0 1 0,1-1 0,0 1 0,0-1 0,0 1 0,0 0 0,1-1 0,-1 1 0,4-4 0,-5 8 0,-1 0 0,0 0 0,1 0 0,-1 0 0,0 0 0,1 0 0,-1 0 0,0 0 0,0 0 0,1 0 0,-1 0 0,0 0 0,1 0 0,-1 0 0,0 0 0,1 0 0,-1 0 0,0 0 0,0 0 0,1 0 0,-1 0 0,0 1 0,0-1 0,1 0 0,-1 0 0,0 0 0,0 1 0,1-1 0,-1 0 0,0 0 0,0 0 0,0 1 0,0-1 0,1 0 0,-1 1 0,0-1 0,0 0 0,0 0 0,0 1 0,0-1 0,0 0 0,0 1 0,0-1 0,0 0 0,0 0 0,0 1 0,0-1 0,0 0 0,0 1 0,3 17 0,-3-18 0,1 61 0,-1-37 0,0-21 0,0-9 0,-1-8 0,2 0 0,-1 0 0,2 0 0,0 0 0,1 1 0,4-17 0,-7 30 0,1 0 0,-1 0 0,0 1 0,0-1 0,0 0 0,0 0 0,0 0 0,0 0 0,0 0 0,0 0 0,0 0 0,0 0 0,0 0 0,1 0 0,-1 0 0,0 0 0,0 0 0,0 0 0,0 0 0,0 0 0,0 0 0,0 0 0,0 1 0,1-1 0,-1 0 0,0 0 0,0-1 0,0 1 0,0 0 0,0 0 0,0 0 0,0 0 0,0 0 0,1 0 0,-1 0 0,0 0 0,0 0 0,0 0 0,0 0 0,0 0 0,0 0 0,0 0 0,0 0 0,0 0 0,1 0 0,-1 0 0,0-1 0,0 1 0,0 0 0,0 0 0,0 0 0,0 0 0,0 0 0,0 0 0,0 0 0,0 0 0,0-1 0,0 1 0,0 0 0,0 0 0,3 16 0,0 22 0,-4 1 0,-12 67 0,4-43 0,9-62 0,-1-1 0,1 1 0,0 0 0,0 0 0,0 0 0,0 0 0,0-1 0,0 1 0,0 0 0,0 0 0,0 0 0,0 0 0,0-1 0,1 1 0,-1 0 0,0 0 0,0-1 0,1 1 0,-1 0 0,1 0 0,0 0 0,-1-1 0,1 0 0,-1 0 0,1-1 0,-1 1 0,1 0 0,-1 0 0,1 0 0,-1 0 0,1 0 0,-1 0 0,1-1 0,-1 1 0,1 0 0,-1-1 0,1 1 0,-1 0 0,1 0 0,-1-1 0,0 1 0,1-1 0,-1 1 0,1-1 0,29-37 0,-21 26 0,105-111 0,-83 91 0,-14 9 0,-14 19 0,-1 0 0,1 1 0,0-1 0,0 0 0,0 1 0,0 0 0,1 0 0,-1 0 0,1 0 0,4-2 0,-8 5 0,1 0 0,0 0 0,-1 0 0,1 0 0,-1 0 0,1 0 0,0 0 0,-1 0 0,1 0 0,-1 0 0,1 0 0,0 1 0,-1-1 0,1 0 0,-1 0 0,1 1 0,-1-1 0,1 0 0,-1 1 0,1-1 0,-1 1 0,1-1 0,-1 1 0,0-1 0,1 1 0,-1-1 0,0 1 0,1-1 0,-1 1 0,0-1 0,1 1 0,-1-1 0,0 1 0,0 0 0,0-1 0,0 1 0,0-1 0,0 1 0,0 0 0,0 0 0,4 30 0,-4-28 0,-2 152 0,2-154 0,0 0 0,0 0 0,0 0 0,0 0 0,0 0 0,0 0 0,1 0 0,-1-1 0,0 1 0,0 0 0,1 0 0,-1 0 0,0 0 0,1 0 0,-1 0 0,1-1 0,-1 1 0,1 0 0,0 0 0,-1-1 0,1 1 0,0 0 0,-1-1 0,2 2 0,-1-2 0,0 0 0,0 0 0,0-1 0,0 1 0,-1 0 0,1 0 0,0 0 0,0-1 0,0 1 0,0-1 0,0 1 0,-1 0 0,1-1 0,0 1 0,0-1 0,-1 0 0,1 1 0,0-1 0,0-1 0,34-45 0,-31 41 0,40-53 0,-21 29 0,26-45 0,-49 74 0,21-30 0,-21 30 0,1 1 0,-1 0 0,0-1 0,1 1 0,-1-1 0,1 1 0,-1 0 0,1-1 0,-1 1 0,0 0 0,1 0 0,-1 0 0,1-1 0,-1 1 0,1 0 0,-1 0 0,1 0 0,-1 0 0,1 0 0,-1 0 0,1 0 0,0 0 0,0 0 0,0 0 0,-1 1 0,1 0 0,0-1 0,-1 1 0,1 0 0,-1-1 0,1 1 0,-1 0 0,1 0 0,-1-1 0,0 1 0,1 0 0,-1 0 0,0 0 0,1 0 0,-1 0 0,0-1 0,0 1 0,0 2 0,0 11 0,0 0 0,-1 0 0,-1 0 0,0-1 0,-1 1 0,0 0 0,-1-1 0,-10 24 0,4-9 0,5-15 0,-1 0 0,0 0 0,-1-1 0,0 0 0,0 0 0,-13 14 0,19-26 0,1 1 0,0-1 0,-1 1 0,1-1 0,-1 0 0,1 1 0,0-1 0,-1 0 0,1 0 0,-1 1 0,1-1 0,-1 0 0,1 0 0,-1 1 0,1-1 0,-1 0 0,1 0 0,-1 0 0,1 0 0,-1 0 0,1 0 0,-1 0 0,1 0 0,-1 0 0,1 0 0,-1 0 0,1 0 0,-1-1 0,1 1 0,-1 0 0,0 0 0,-15-14 0,15 12 0,-1 0 0,0 0 0,1 1 0,-1-1 0,0 0 0,0 1 0,0 0 0,0-1 0,0 1 0,0 0 0,-1 0 0,-1-1 0,0 2 0,0-1 0,-1 1 0,1 0 0,0 0 0,0 0 0,0 0 0,0 1 0,0-1 0,0 1 0,0 0 0,0 1 0,-4 1 0,-1 1 0,0 2 0,1-1 0,-14 12 0,20-15 0,-14 7 0,26-16 0,56-34 0,-46 27 0,0 2 0,25-12 0,-17 9 0,0-1 0,-1-1 0,0-2 0,-2-1 0,36-35 0,41-31 0,-92 77 0,0-1 0,0 1 0,-1-2 0,0 0 0,9-14 0,-10 13 0,1 0 0,1 0 0,0 1 0,13-11 0,-23 22 0,7-6 0,0 1 0,0-1 0,0 1 0,1 1 0,10-5 0,-17 8 0,0 1 0,0-1 0,1 1 0,-1 0 0,0 0 0,0-1 0,0 1 0,1 0 0,-1 0 0,0 0 0,0 0 0,1 0 0,-1 1 0,0-1 0,0 0 0,0 1 0,1-1 0,-1 0 0,1 2 0,0-1 0,-1 0 0,0 0 0,0 1 0,0-1 0,0 0 0,0 1 0,0-1 0,0 1 0,-1 0 0,1-1 0,-1 1 0,1-1 0,-1 1 0,1 0 0,-1-1 0,0 1 0,0 0 0,0 2 0,1 9 0,-2 0 0,0-1 0,0 1 0,-1 0 0,0-1 0,-2 0 0,-8 24 0,-43 79 0,47-100 0,-7 14 0,4-11 0,2 1 0,0 0 0,-8 25 0,15-38 0,0-1 0,-1 0 0,0 0 0,0 0 0,0 0 0,0 0 0,-1 0 0,0-1 0,0 0 0,0 0 0,0 0 0,0 0 0,-1-1 0,0 1 0,0-1 0,0 0 0,-6 2 0,1 4 0,20-6 0,34-7 0,-26 3 0,-17 1 0,0 0 0,0 0 0,0 0 0,-1 1 0,1-1 0,0 0 0,0 1 0,0-1 0,0 0 0,0 1 0,-1-1 0,1 1 0,0 0 0,0-1 0,-1 1 0,1 0 0,0-1 0,-1 1 0,1 0 0,-1-1 0,1 1 0,-1 0 0,1 0 0,-1 0 0,0 0 0,1-1 0,-1 1 0,0 0 0,0 0 0,0 0 0,1 0 0,-1 0 0,0 0 0,0 0 0,0 0 0,0 0 0,-1 0 0,1 0 0,0 1 0,-1 1 0,1-1 0,-1 1 0,0-1 0,0 1 0,0-1 0,0 1 0,0-1 0,0 1 0,-1-1 0,1 0 0,-1 0 0,-3 4 0,-4 0 0,0-1 0,0 0 0,-1-1 0,0 0 0,0 0 0,0-1 0,0 0 0,-20 2 0,16-2 0,0 0 0,-1 1 0,-16 8 0,38-15 0,6 0 0,0-1 0,-1-1 0,16-8 0,3-8 0,-21 14 0,0 0 0,1 0 0,0 1 0,14-6 0,1 1 0,46-27 0,-1-1 0,-48 26 0,0-2 0,-1 0 0,28-27 0,-90 90 0,15-18 0,-32 47 0,56-75 0,0 0 0,-1 0 0,1 0 0,0 1 0,0-1 0,0 0 0,0 1 0,0-1 0,0 1 0,1-1 0,0 0 0,-1 1 0,1-1 0,0 1 0,0 0 0,0 4 0,25-20 0,-17 7 0,0 0 0,0 0 0,0 0 0,-1-1 0,0 0 0,0-1 0,6-9 0,38-64 0,-13 18 0,-38 63 0,0 0 0,0 0 0,0-1 0,0 1 0,0 0 0,0 0 0,0 0 0,1-1 0,-1 1 0,0 0 0,0 0 0,0 0 0,0 0 0,0-1 0,1 1 0,-1 0 0,0 0 0,0 0 0,0 0 0,1 0 0,-1 0 0,0-1 0,0 1 0,0 0 0,1 0 0,-1 0 0,0 0 0,0 0 0,0 0 0,1 0 0,-1 0 0,0 0 0,0 0 0,1 0 0,-1 0 0,0 0 0,0 0 0,0 0 0,1 0 0,-1 1 0,4 9 0,-4 16 0,-2-8 0,-1 0 0,0 0 0,-2 0 0,0 0 0,-1-1 0,-1 0 0,0 0 0,-1 0 0,-1-1 0,-1-1 0,-16 21 0,26-36 0,0 0 0,0 1 0,0-1 0,0 0 0,0 0 0,0 0 0,0 0 0,0 0 0,0 1 0,0-1 0,-1 0 0,1 0 0,0 0 0,0 0 0,0 0 0,0 1 0,0-1 0,0 0 0,-1 0 0,1 0 0,0 0 0,0 0 0,0 0 0,0 0 0,-1 0 0,1 0 0,0 0 0,0 0 0,0 0 0,-1 0 0,1 0 0,0 0 0,0 0 0,0 0 0,0 0 0,-1 0 0,1 0 0,0 0 0,0 0 0,0 0 0,0 0 0,-1 0 0,1 0 0,0 0 0,0 0 0,0-1 0,0-9 0,7-15 0,38-42 0,93-109 0,-137 175 0,0-1 0,1 0 0,-1 1 0,1-1 0,-1 0 0,1 1 0,0 0 0,-1-1 0,1 1 0,0 0 0,0 0 0,0 0 0,0 0 0,0 0 0,1 0 0,1 0 0,-3 1 0,0 0 0,0 1 0,0-1 0,0 0 0,0 0 0,0 1 0,0-1 0,0 1 0,0-1 0,0 1 0,0 0 0,0-1 0,0 1 0,0 0 0,-1-1 0,1 1 0,0 0 0,-1 0 0,1 0 0,0 0 0,-1-1 0,1 1 0,-1 0 0,1 0 0,-1 0 0,0 0 0,1 0 0,-1 0 0,0 0 0,0 1 0,0-1 0,0 0 0,0 2 0,2 10 0,0-1 0,-1 1 0,0 0 0,-1 0 0,-1 0 0,0 0 0,0 0 0,-1-1 0,-1 1 0,0-1 0,-1 1 0,-11 23 0,0-2 0,14-32 0,0 0 0,1-1 0,-1 1 0,1 0 0,-1-1 0,1 1 0,0 0 0,0 0 0,0-1 0,0 1 0,0 0 0,0 0 0,0-1 0,0 1 0,1 0 0,-1 0 0,1-1 0,0 3 0,2-6 0,0 1 0,-1-1 0,1 0 0,-1 0 0,1 0 0,-1 0 0,0-1 0,3-2 0,-4 4 0,10-15 0,1 1 0,-2-1 0,0-1 0,-1 0 0,7-20 0,8-13 0,-14 25 0,-10 21 0,1 0 0,0 0 0,1 1 0,-1-1 0,1 1 0,-1-1 0,1 1 0,0 0 0,1 0 0,-1-1 0,4-3 0,-6 7 0,1 0 0,-1 0 0,0 0 0,0 0 0,0 0 0,1 0 0,-1 0 0,0 0 0,0 0 0,0 0 0,1 0 0,-1 0 0,0 0 0,0 0 0,0 0 0,1 0 0,-1 0 0,0 0 0,0 0 0,1 0 0,-1 0 0,0 0 0,0 0 0,0 0 0,1 0 0,-1 0 0,0 1 0,0-1 0,0 0 0,0 0 0,1 0 0,-1 0 0,0 0 0,0 1 0,0-1 0,0 0 0,0 0 0,0 0 0,0 1 0,1-1 0,-1 0 0,0 0 0,4 16 0,-1 14 0,-3-9 0,0 0 0,-2 1 0,0-1 0,-10 36 0,11-51 0,-1 1 0,0 0 0,1 1 0,0-1 0,-1 13 0,29-45 0,-13 7 0,-1 0 0,-1-1 0,-1 0 0,9-21 0,17-28 0,-37 67 0,0 1 0,0 0 0,0-1 0,0 1 0,0 0 0,0-1 0,1 1 0,-1 0 0,0-1 0,0 1 0,0 0 0,1 0 0,-1-1 0,0 1 0,0 0 0,1 0 0,-1-1 0,0 1 0,1 0 0,-1 0 0,0 0 0,1-1 0,-1 1 0,0 0 0,1 0 0,-1 0 0,0 0 0,1 0 0,-1 0 0,0 0 0,1 0 0,-1 0 0,0 0 0,1 0 0,4 13 0,-2 30 0,-3-33 0,0-7 0,1 0 0,-1 0 0,1 0 0,-1 0 0,1 0 0,0-1 0,0 1 0,0 0 0,1-1 0,-1 1 0,3 3 0,-3-5 0,-1-1 0,1 1 0,0-1 0,-1 1 0,1-1 0,0 1 0,0-1 0,-1 0 0,1 1 0,0-1 0,0 0 0,0 0 0,-1 1 0,1-1 0,0 0 0,0 0 0,0 0 0,0 0 0,-1 0 0,1 0 0,0 0 0,0-1 0,0 1 0,0 0 0,-1 0 0,1-1 0,0 1 0,0 0 0,-1-1 0,1 1 0,0-1 0,0 1 0,-1-1 0,1 1 0,-1-1 0,1 1 0,0-1 0,-1 0 0,1 1 0,-1-1 0,0 0 0,1 1 0,0-2 0,23-35 0,8-11 0,-30 46 0,0 0 0,0-1 0,0 1 0,1 0 0,-1 0 0,0 1 0,1-1 0,-1 0 0,1 1 0,0-1 0,-1 1 0,1 0 0,0 0 0,5-1 0,-7 2 0,1 0 0,-1 0 0,0 0 0,0 1 0,0-1 0,0 0 0,1 0 0,-1 1 0,0-1 0,0 1 0,0-1 0,0 1 0,0 0 0,0-1 0,0 1 0,0 0 0,0 0 0,0 0 0,0 0 0,-1-1 0,1 1 0,0 0 0,-1 0 0,1 1 0,0-1 0,-1 0 0,1 0 0,-1 0 0,0 0 0,1 0 0,-1 1 0,0-1 0,0 0 0,0 2 0,5 45 0,-5-43 0,-2 34 0,2-37 0,-1-4 0,0-23 0,6-25 342,-5 47-443,0 1 1,1-1-1,0 0 1,0 1 0,0-1-1,0 1 1,0-1-1,0 1 1,1 0 0,-1 0-1,1-1 1,-1 1 0,1 0-1,0 0 1,0 0-1,3-2 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8:13:15.066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16 0 24575,'0'5'0,"0"5"0,0 5 0,0 4 0,0 4 0,0 2 0,-4-4 0,-2-1 0,1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8:13:40.829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1 206 24575,'0'6'0,"1"-1"0,0 1 0,1-1 0,-1 1 0,4 7 0,4 18 0,-6 18 0,-2-33 0,0 0 0,0 0 0,5 20 0,-5-33 0,0 0 0,0 1 0,0-1 0,0 0 0,1 0 0,-1 0 0,1 0 0,0 0 0,0 0 0,0 0 0,0 0 0,1-1 0,-1 1 0,1-1 0,-1 0 0,1 0 0,0 0 0,0 0 0,0 0 0,4 1 0,-5-2 0,0 0 0,1-1 0,-1 1 0,1-1 0,-1 0 0,1 0 0,-1 0 0,1 0 0,-1 0 0,1-1 0,-1 1 0,1-1 0,-1 0 0,1 1 0,-1-1 0,0 0 0,1 0 0,-1-1 0,0 1 0,0 0 0,0-1 0,0 1 0,0-1 0,0 0 0,0 0 0,-1 0 0,1 0 0,-1 0 0,3-3 0,5-10 0,0 0 0,0 0 0,8-21 0,-8 14 0,10-19 0,-1 0 0,19-74 0,-36 135 0,1 0 0,1 0 0,1 0 0,1 0 0,8 20 0,-3-24 0,-9-16 0,-1 0 0,0 0 0,1 0 0,-1 0 0,1 0 0,-1 0 0,1 0 0,-1 0 0,0 0 0,1 0 0,-1 0 0,1 0 0,-1 0 0,0 0 0,1 0 0,-1 0 0,1 0 0,-1-1 0,0 1 0,1 0 0,-1 0 0,1 0 0,-1-1 0,0 1 0,1 0 0,-1-1 0,22-31 0,-11 13 0,-4 9 0,0 0 0,-1 0 0,0-1 0,0 0 0,5-15 0,-9 85 0,-8 1 0,5-56 0,1 0 0,-1 0 0,-1 0 0,1 0 0,0 0 0,-1-1 0,0 1 0,0 0 0,0-1 0,0 1 0,-1-1 0,-2 4 0,1-8 0,4-6 0,4-10 0,13-43 0,-13 44 0,0 0 0,0 1 0,2 0 0,0 0 0,0 0 0,2 1 0,-1 0 0,2 0 0,11-14 0,0 3 0,-16 18 0,1 1 0,0 0 0,0 0 0,0 1 0,0-1 0,1 1 0,0 0 0,0 1 0,13-8 0,-19 12 0,1-1 0,0 1 0,-1 0 0,1 0 0,0-1 0,-1 1 0,1 0 0,0 0 0,-1 0 0,1 0 0,0 0 0,-1 0 0,1 0 0,0 0 0,-1 1 0,1-1 0,0 0 0,-1 0 0,1 0 0,0 1 0,-1-1 0,1 0 0,-1 1 0,1-1 0,-1 0 0,1 1 0,-1-1 0,1 1 0,0 0 0,0 0 0,0 1 0,-1 0 0,1-1 0,0 1 0,-1-1 0,1 1 0,-1 0 0,0 0 0,0-1 0,1 1 0,-1 2 0,-6 42 0,-1 0 0,1-1 0,2 1 0,2 49 0,4-67 0,-1-16 0,-1 0 0,0-1 0,0 1 0,-4 17 0,3-26 0,1-1 0,-1 0 0,0 1 0,0-1 0,0 1 0,0-1 0,0 0 0,0 0 0,-1 0 0,1 0 0,-1 0 0,1 0 0,-1 0 0,0 0 0,0 0 0,0-1 0,0 1 0,0-1 0,0 0 0,-1 1 0,1-1 0,0 0 0,0 0 0,-1-1 0,-3 2 0,-9 0 0,26-8 0,10-5 0,-2-3 0,-5 4 0,0 1 0,21-12 0,-5 5 0,-2-2 0,0-1 0,-1-1 0,30-29 0,-8 6 0,-34 30 0,-2-1 0,15-17 0,-16 16 0,0 2 0,19-17 0,-54 70 0,9-20 0,-23 40 0,12-17 0,26-44 0,6-8 0,0-1 0,17-15 0,-4 8 0,-7 5 0,-1 2 0,1 0 0,1 1 0,0 0 0,0 1 0,20-9 0,20-3 0,-29 10 0,38-11 0,162-43 0,-218 62 0,0 0 0,0 0 0,0 0 0,0 1 0,1 0 0,-1 0 0,0 1 0,1 0 0,-1 0 0,0 1 0,9 1 0,-16-1 0,1-1 0,0 0 0,-1 0 0,1 1 0,0-1 0,-1 0 0,1 1 0,0-1 0,-1 0 0,1 1 0,-1-1 0,1 1 0,0-1 0,-1 1 0,1 0 0,-1-1 0,0 1 0,1-1 0,-1 1 0,0 0 0,1-1 0,-1 1 0,0 0 0,1 0 0,-1-1 0,0 1 0,0 0 0,0 1 0,0-1 0,-1 1 0,1-1 0,-1 1 0,1-1 0,-1 1 0,0-1 0,1 1 0,-1-1 0,0 0 0,0 1 0,0-1 0,-2 2 0,-3 3 0,0-1 0,0 0 0,-1-1 0,-8 6 0,-33 12 0,36-18 0,1 1 0,0 0 0,0 1 0,1 0 0,-16 12 0,9-6 0,-2-1 0,0-1 0,0 0 0,0-2 0,-1 0 0,-1-1 0,-23 5 0,-129 45 0,122-38 0,42-14 0,18-2 0,20-5 0,11-7 0,1 3 0,0 1 0,0 1 0,1 3 0,49 4 0,-89-3 0,0 0 0,-1 0 0,1 1 0,0-1 0,0 0 0,0 1 0,-1-1 0,1 1 0,0-1 0,-1 1 0,1 0 0,0 0 0,-1 0 0,1 0 0,2 2 0,-4-2 0,0-1 0,1 1 0,-1 0 0,0-1 0,0 1 0,0-1 0,0 1 0,1 0 0,-1-1 0,0 1 0,0 0 0,0-1 0,-1 1 0,1 0 0,0-1 0,0 1 0,0 0 0,0-1 0,-1 1 0,1 0 0,0-1 0,0 1 0,-1-1 0,1 1 0,0-1 0,-1 1 0,0 0 0,-3 4 0,0-1 0,-1 0 0,1-1 0,-1 1 0,1-1 0,-1 0 0,0 0 0,-7 3 0,-204 99 0,206-99 0,-1-1 0,0 0 0,0-1 0,-1 0 0,-22 4 0,26-7 0,1 0 0,-1 0 0,1 0 0,-1-1 0,0 0 0,1-1 0,-1 0 0,1 0 0,-1 0 0,-10-4 0,17 4 0,0 1 0,0 0 0,0-1 0,-1 1 0,1-1 0,0 1 0,0-1 0,0 1 0,0-1 0,0 0 0,0 1 0,1-1 0,-1 0 0,0 0 0,0 0 0,0 0 0,1 0 0,-1 0 0,0 0 0,1 0 0,-1 0 0,1 0 0,0 0 0,-1-2 0,1 2 0,0-1 0,1 1 0,-1 0 0,0 0 0,1 0 0,-1-1 0,1 1 0,0 0 0,-1 0 0,1 0 0,0 0 0,0 0 0,0 0 0,0 0 0,0 0 0,0 0 0,2-1 0,5-3 0,0 0 0,0 0 0,0 1 0,16-6 0,6 2 0,1 1 0,47-6 0,-54 11 0,-1-1 0,1-2 0,-1 0 0,1-2 0,-2 0 0,23-11 0,-33 13 0,-1 0 0,1 1 0,-1 1 0,1 0 0,1 0 0,23-1 0,78 4 0,-63 1 0,-47-1 0,1 0 0,-1 1 0,1-1 0,-1 1 0,0 0 0,1 0 0,-1 0 0,0 1 0,0-1 0,6 4 0,-10-5 0,1 1 0,0-1 0,-1 1 0,1-1 0,0 1 0,-1 0 0,1-1 0,-1 1 0,1 0 0,-1-1 0,1 1 0,-1 0 0,1 0 0,-1 0 0,0-1 0,0 1 0,1 0 0,-1 0 0,0 0 0,0 0 0,0-1 0,0 2 0,0 0 0,-1 0 0,1 0 0,-1 0 0,1 0 0,-1-1 0,0 1 0,0 0 0,0-1 0,0 1 0,0 0 0,0-1 0,-1 1 0,1-1 0,-2 2 0,-4 3 0,1-1 0,-2 0 0,1 0 0,-1-1 0,1 1 0,-1-2 0,0 1 0,-17 4 0,0-1 0,-46 6 0,27-11 0,25-8 0,19 5 0,0 1 0,-1-1 0,1 1 0,0-1 0,0 1 0,0-1 0,0 1 0,0-1 0,-1 1 0,1-1 0,0 1 0,0-1 0,0 1 0,1-1 0,-1 1 0,0-1 0,0 1 0,0-1 0,0 1 0,0-1 0,0 1 0,1-1 0,-1 1 0,0 0 0,0-1 0,1 1 0,-1-1 0,0 1 0,1 0 0,-1-1 0,1 1 0,-1-1 0,0 1 0,2-1 0,3-3 0,1 0 0,0 0 0,0 0 0,0 1 0,1 0 0,-1 0 0,1 1 0,11-3 0,20-10 0,-21 7 0,1-2 0,0 2 0,1 0 0,0 1 0,25-6 0,22-2 0,70-28 0,-73 28 0,-48 12 0,0 0 0,-1-1 0,21-8 0,-75 8 0,28 5 0,-1 1 0,1 1 0,0 0 0,0 1 0,0 0 0,1 1 0,-1 1 0,1-1 0,0 2 0,-17 12 0,28-19 0,0 0 0,0 0 0,-1 0 0,1 0 0,0 1 0,0-1 0,-1 0 0,1 0 0,0 0 0,0 1 0,-1-1 0,1 0 0,0 0 0,0 0 0,0 1 0,0-1 0,-1 0 0,1 0 0,0 1 0,0-1 0,0 0 0,0 1 0,0-1 0,0 0 0,0 0 0,0 1 0,0-1 0,0 0 0,0 1 0,0-1 0,0 0 0,0 1 0,0-1 0,0 0 0,0 0 0,0 1 0,0-1 0,0 0 0,1 0 0,-1 1 0,0-1 0,0 0 0,0 0 0,1 1 0,15 4 0,25-2 0,-39-3 0,70-3 0,-27 1 0,46 4 0,-88-2 0,-1 1 0,0-1 0,1 0 0,-1 1 0,0-1 0,0 1 0,0 0 0,0 0 0,0 0 0,0 0 0,4 2 0,-5-2 0,0 0 0,-1-1 0,1 1 0,-1 0 0,1-1 0,-1 1 0,1 0 0,-1 0 0,1 0 0,-1-1 0,0 1 0,1 0 0,-1 0 0,0 0 0,0 0 0,1 0 0,-1 0 0,0 0 0,0-1 0,0 1 0,0 1 0,-1 1 0,0-1 0,0 1 0,0 0 0,0-1 0,0 1 0,-1-1 0,1 0 0,-1 0 0,0 1 0,1-1 0,-1 0 0,0 0 0,0 0 0,0-1 0,-1 1 0,1 0 0,-4 1 0,-10 7 0,1-2 0,-1 0 0,0-1 0,-1 0 0,0-1 0,-19 3 0,21-4 0,-1 0 0,1 1 0,0 1 0,-24 14 0,1-1 0,53-27 0,1 1 0,0 1 0,0 1 0,1 0 0,-1 1 0,20-2 0,109 2 0,-6 0 0,-130 1 0,1 0 0,-1-1 0,0 1 0,-1-2 0,1 1 0,0-1 0,-1-1 0,0 1 0,0-1 0,0-1 0,-1 0 0,0 0 0,10-11 0,24-17 0,-32 29 0,-1 1 0,1 0 0,0 0 0,0 1 0,1 0 0,-1 1 0,0 0 0,19-1 0,-8 0 0,-19 2 0,1 1 0,-1 0 0,0 0 0,1 0 0,-1 0 0,1 0 0,-1 1 0,0-1 0,1 0 0,-1 1 0,0-1 0,1 1 0,-1-1 0,0 1 0,0-1 0,1 1 0,-1 0 0,0 0 0,0 0 0,0-1 0,0 1 0,0 0 0,0 0 0,0 1 0,0-1 0,-1 0 0,1 0 0,0 0 0,-1 0 0,1 1 0,-1-1 0,1 0 0,-1 1 0,1-1 0,-1 0 0,0 1 0,0 2 0,2 7 0,-1-1 0,-1 1 0,-1 21 0,1-19 0,-3 21 0,-6 35 0,8-67 0,1 0 0,0 0 0,-1 0 0,1 0 0,0 0 0,0 0 0,0 0 0,1 0 0,-1 0 0,0 0 0,1 1 0,-1-1 0,1-1 0,0 1 0,0 0 0,-1 0 0,3 3 0,-2-4 0,0 0 0,0 0 0,0-1 0,0 1 0,1 0 0,-1 0 0,0 0 0,1-1 0,-1 1 0,0-1 0,1 1 0,-1-1 0,0 1 0,1-1 0,-1 0 0,1 0 0,-1 0 0,1 0 0,1 0 0,1 0 0,1-1 0,0 0 0,-1 0 0,1 0 0,-1 0 0,1-1 0,-1 0 0,0 0 0,0 0 0,0 0 0,0-1 0,0 0 0,0 0 0,3-3 0,47-51 0,49-64 0,-108 126 0,1 0 0,-1 0 0,0-1 0,0 1 0,-1-1 0,1-1 0,-1 1 0,-8 3 0,12-6 0,-1 1 0,0-1 0,0 0 0,1 0 0,-1 0 0,0-1 0,0 1 0,0-1 0,0 1 0,0-1 0,0 0 0,0 0 0,0-1 0,0 1 0,0 0 0,1-1 0,-1 0 0,0 0 0,0 0 0,0 0 0,1 0 0,-1 0 0,0-1 0,1 1 0,-1-1 0,1 0 0,-3-2 0,1-1 0,0 0 0,0 0 0,0-1 0,1 1 0,0-1 0,0 0 0,0 0 0,1 0 0,0-1 0,0 1 0,0-1 0,1 1 0,0-1 0,0-10 0,0 9 0,0-1 0,0 1 0,-1-1 0,0 1 0,0 0 0,-1 0 0,0 0 0,-5-7 0,5 11 0,-1 0 0,1 0 0,-1 0 0,0 1 0,0-1 0,0 1 0,-1 0 0,1 1 0,-1-1 0,0 1 0,1 0 0,-1 0 0,0 0 0,0 1 0,0 0 0,-1 0 0,1 0 0,0 0 0,0 1 0,-6 0 0,-5 0 0,1 0 0,-1 1 0,1 1 0,-1 0 0,-23 8 0,22-6 80,0 0 0,0-2 0,-22 2 0,-29 4-1765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8:14:28.433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2428 258 24575,'-55'1'0,"-63"-3"0,110 1 0,-1-1 0,1 0 0,0 0 0,0-1 0,0-1 0,-11-5 0,11 5 0,-1-1 0,0 2 0,0-1 0,-16-3 0,-19 3 0,0 1 0,-75 5 0,28 0 0,-1627-2 0,1712 0 0,0 0 0,1-1 0,-1 0 0,1 0 0,0 0 0,-1-1 0,1 0 0,0 0 0,0 0 0,0-1 0,0 1 0,-5-5 0,7 5 0,0 0 0,0-1 0,0 1 0,1-1 0,-1 1 0,1-1 0,0 0 0,0 0 0,0 0 0,0 0 0,0-1 0,1 1 0,0 0 0,-1-1 0,1 1 0,0-1 0,1 1 0,-1-1 0,0-6 0,1 9 0,1-1 0,-1 0 0,0 1 0,1-1 0,-1 1 0,1-1 0,-1 1 0,1-1 0,0 1 0,0-1 0,0 1 0,0 0 0,0-1 0,0 1 0,0 0 0,0 0 0,0 0 0,0 0 0,1 0 0,-1 0 0,1 0 0,-1 0 0,0 0 0,1 1 0,-1-1 0,1 0 0,0 1 0,-1 0 0,1-1 0,-1 1 0,4 0 0,6-2 0,1 1 0,0 0 0,15 2 0,-19-1 0,248 23 0,-197-17 0,115-5 0,-84-2 0,-71 0 0,0-1 0,33-8 0,-32 6 0,0 0 0,24-1 0,515 4 0,-271 3 0,161-2 0,-435 0 0,-1 2 0,1-1 0,0 2 0,0 0 0,-1 0 0,1 1 0,-1 1 0,0 0 0,20 12 0,5 6 0,58 48 0,-93-69 0,7 6 0,1-1 0,0-1 0,0 0 0,0-1 0,1 0 0,17 5 0,-28-10 0,0 1 0,0-1 0,0 0 0,0 0 0,0 0 0,0 0 0,0 0 0,0 0 0,0 0 0,0 0 0,0 0 0,0 0 0,0 0 0,0 0 0,0-1 0,0 1 0,0-1 0,0 1 0,0 0 0,0-1 0,0 0 0,0 1 0,1-2 0,-1 0 0,0 1 0,1-1 0,-1 0 0,0 0 0,0 0 0,0 0 0,-1 0 0,1 0 0,0 0 0,0-4 0,1-7 0,-1 1 0,-1-1 0,-1-15 0,0 17 0,1-7 0,0 6 0,0 0 0,-1 0 0,0 0 0,-4-14 0,3 22 0,1 0 0,-1 0 0,0 0 0,0 0 0,0 0 0,0 0 0,-1 1 0,1-1 0,-1 1 0,0-1 0,0 1 0,0 0 0,-1 0 0,1 1 0,-5-4 0,-14-6-1365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8:14:36.26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105 28 24575,'9'0'0,"0"-1"0,0-1 0,0 0 0,10-3 0,24-4 0,80 1 0,126 8 0,-94 2 0,1413-2 0,-1558 1 0,-1 0 0,1 0 0,-1 0 0,1 2 0,-1-1 0,0 1 0,0 0 0,13 7 0,6 5 0,32 24 0,-17-11 0,-41-27 0,0 1 0,1 0 0,-1-1 0,0 1 0,0 0 0,0 0 0,0 0 0,0 0 0,0 0 0,0 1 0,-1-1 0,1 1 0,-1-1 0,0 1 0,2 4 0,-3-6 0,1 0 0,-1 0 0,0-1 0,0 1 0,0 0 0,0 0 0,-1 0 0,1-1 0,0 1 0,0 0 0,0 0 0,-1 0 0,1-1 0,0 1 0,-1 0 0,1 0 0,-1-1 0,1 1 0,-1 0 0,0 1 0,-1-1 0,0 0 0,0 0 0,1 1 0,-1-1 0,0 0 0,0-1 0,0 1 0,0 0 0,0-1 0,0 1 0,-4 0 0,-31 3 0,-1-2 0,0-1 0,-39-4 0,-13-1 0,41 5 0,-5 0 0,0-3 0,-87-12 0,84 6 0,-1 3 0,1 3 0,-61 4 0,9 1 0,81-4 0,1 2 0,-1 2 0,-48 9 0,36-6 0,0-1 0,0-2 0,0-2 0,-47-4 0,-5 1 0,-481 2 0,549-2 0,-1 0 0,-29-7 0,28 4 0,-44-3 0,45 7 0,-198 3 0,221-2 0,1 0 0,-1 1 0,1-1 0,-1 0 0,1 0 0,0 1 0,-1-1 0,1 0 0,-1 1 0,1 0 0,0-1 0,-1 1 0,1 0 0,0-1 0,0 1 0,-1 0 0,1 0 0,-1 2 0,1-2 0,1 0 0,0 0 0,-1 0 0,1-1 0,0 1 0,0 0 0,0 0 0,0 0 0,0 0 0,0 0 0,0 0 0,0 0 0,0 0 0,0 0 0,0 0 0,0 0 0,1 0 0,-1 0 0,1 0 0,0 2 0,4 6 0,1-1 0,0 1 0,1-1 0,10 11 0,1 0 0,-13-13 0,1-1 0,0 0 0,0 0 0,0 0 0,0-1 0,1 0 0,0 0 0,0-1 0,0 1 0,0-2 0,1 1 0,8 1 0,31 14 0,-30-10 0,0 0 0,0-1 0,1-1 0,0-1 0,0-1 0,0 0 0,1-1 0,-1-1 0,24-1 0,1166-4 0,-773 4 0,-412-3 0,-1 0 0,0-2 0,0 0 0,28-10 0,-28 7 0,1 2 0,0 0 0,44-3 0,82 9-1365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8:14:43.40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1 180 24575,'848'0'0,"-829"-1"0,0-1 0,32-8 0,-30 6 0,-1 0 0,24-1 0,-18 3 0,48-11 0,-24 4 0,123-33 0,-140 33 0,6-4 0,0 3 0,1 1 0,0 2 0,69-4 0,-67 11 0,8 1 0,-1-2 0,84-13 0,-76 7 0,0 2 0,1 2 0,60 6 0,-10 0 0,-45-5 0,73 4 0,-126 0 0,0 1 0,1 0 0,-1 1 0,-1 0 0,1 0 0,-1 1 0,1 1 0,9 7 0,17 8 0,-34-20 0,1 0 0,-1 1 0,1-1 0,-1 0 0,0 1 0,0 0 0,0 0 0,0-1 0,0 1 0,0 0 0,0 0 0,0 1 0,-1-1 0,1 0 0,-1 1 0,0-1 0,0 0 0,0 1 0,0 0 0,0-1 0,0 1 0,-1 0 0,1-1 0,-1 1 0,0 0 0,1-1 0,-1 1 0,-1 0 0,1 0 0,0-1 0,-1 1 0,1 0 0,-1-1 0,0 1 0,-1 2 0,-1 2 0,0-1 0,-1 0 0,1 0 0,-1 0 0,0-1 0,-1 1 0,0-1 0,0 0 0,0 0 0,0-1 0,-1 1 0,-9 5 0,5-5 0,0-1 0,-1 0 0,1 0 0,-1-1 0,0 0 0,1-1 0,-1 0 0,-15 0 0,-95-4 0,49-2 0,-401 5 0,449 0 0,-1 1 0,-29 7 0,27-4 0,-42 3 0,-506-7 0,279-3 0,200 1 0,-107 3 0,126 10 0,50-7 0,-44 3 0,-227-9-1365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8:14:51.846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77 102 24575,'4'-3'0,"-1"0"0,1 1 0,0 0 0,0-1 0,0 1 0,0 1 0,0-1 0,0 1 0,0-1 0,1 1 0,-1 0 0,7 0 0,59-1 0,-51 2 0,1082 1 0,-1054-4 0,65-11 0,-55 6 0,-22 2 0,38-12 0,-48 10 0,0 2 0,0 1 0,46-3 0,453 9 0,-517-1 0,-1 0 0,1 0 0,0 0 0,0 1 0,-1 0 0,1 1 0,-1-1 0,1 1 0,-1 0 0,0 1 0,1 0 0,-1 0 0,-1 0 0,1 0 0,0 1 0,-1 0 0,0 1 0,0-1 0,8 10 0,17 23 0,-23-30 0,-1 0 0,0 0 0,0 1 0,-1 0 0,0 0 0,0 0 0,-1 1 0,0-1 0,0 1 0,-1 0 0,0 0 0,-1 1 0,3 16 0,-4-6 0,1-1 0,-2 1 0,0-1 0,-4 25 0,4-41 0,0 1 0,-1 0 0,0-1 0,0 1 0,0 0 0,0-1 0,-1 1 0,1-1 0,-1 0 0,0 1 0,0-1 0,0 0 0,0 0 0,-1 0 0,1-1 0,-1 1 0,1-1 0,-1 1 0,0-1 0,0 0 0,-1 0 0,1 0 0,-4 2 0,-20 4 0,0-1 0,0-1 0,-1-2 0,1 0 0,-1-2 0,0-1 0,-54-5 0,79 4 0,0-1 0,1 1 0,-1-1 0,1 0 0,0 1 0,-1-1 0,1 0 0,0-1 0,-1 1 0,1 0 0,0-1 0,0 1 0,0-1 0,0 0 0,0 1 0,0-1 0,1 0 0,-1 0 0,1 0 0,-1-1 0,1 1 0,0 0 0,0 0 0,0-1 0,0 1 0,0-1 0,0 1 0,1-1 0,-1 1 0,0-3 0,0-10 0,0 0 0,0 0 0,1 0 0,3-17 0,-1 5 0,-2 11 0,4-36 0,-4 49 0,0 1 0,1 0 0,-1 0 0,1 0 0,0-1 0,0 1 0,0 0 0,0 0 0,0 0 0,0 0 0,0 0 0,1 1 0,-1-1 0,0 0 0,1 0 0,0 1 0,-1-1 0,4-1 0,-5 3 0,0 0 0,1-1 0,-1 1 0,0 0 0,0 0 0,1 0 0,-1 0 0,0-1 0,0 1 0,0 0 0,1 0 0,-1 0 0,0 0 0,1 0 0,-1 0 0,0 0 0,0 0 0,1 0 0,-1 0 0,0 0 0,0 0 0,1 0 0,-1 0 0,0 0 0,0 0 0,1 0 0,-1 0 0,0 0 0,1 0 0,-1 0 0,0 1 0,0-1 0,0 0 0,1 0 0,-1 0 0,0 0 0,0 0 0,1 1 0,-1-1 0,0 0 0,0 1 0,-1 12 0,-13 16 0,6-22 0,0-1 0,0 0 0,0-1 0,-1 0 0,0 0 0,0-1 0,0 0 0,-1 0 0,-13 2 0,-29 13 0,38-11 0,-1-2 0,1 1 0,-2-2 0,1 0 0,-1-1 0,1-1 0,-23 2 0,22-3 0,0 1 0,0 1 0,0 0 0,1 0 0,-1 2 0,1 0 0,-22 13 0,20-11 0,-16-1 0,21-10 0,12 2 0,0 1 0,0-1 0,-1 1 0,1-1 0,1 0 0,-1 1 0,0-1 0,0 1 0,0-1 0,0 1 0,0-1 0,0 1 0,0-1 0,1 1 0,-1-1 0,0 1 0,0 0 0,1-1 0,-1 1 0,0-1 0,1 1 0,-1-1 0,0 1 0,1 0 0,-1-1 0,1 1 0,0-1 0,3-2 0,0 0 0,1 1 0,-1-1 0,1 1 0,-1 0 0,1 0 0,0 0 0,0 1 0,0 0 0,0 0 0,0 0 0,0 0 0,5 1 0,2-1 0,0 1 0,-1 0 0,1 1 0,19 3 0,27 18 0,-47-17 0,0-1 0,1 0 0,-1 0 0,18 3 0,-12-4 0,0 1 0,-1 1 0,23 9 0,-21-7 0,-1-1 0,33 7 0,-37-11 0,0 1 0,0 0 0,12 5 0,-25-8 0,0 0 0,0 0 0,0 0 0,1 0 0,-1 0 0,0 0 0,0 0 0,0 0 0,0 0 0,0 0 0,0 0 0,0 0 0,1 0 0,-1 0 0,0 0 0,0 0 0,0 0 0,0 0 0,0 0 0,0 0 0,0 0 0,0 0 0,0 1 0,1-1 0,-1 0 0,0 0 0,0 0 0,0 0 0,0 0 0,0 0 0,0 0 0,0 0 0,0 0 0,0 0 0,0 0 0,0 1 0,0-1 0,0 0 0,0 0 0,0 0 0,0 0 0,0 0 0,0 0 0,0 0 0,0 0 0,0 1 0,0-1 0,0 0 0,0 0 0,0 0 0,0 0 0,0 0 0,0 0 0,0 0 0,0 0 0,0 1 0,0-1 0,0 0 0,0 0 0,0 0 0,0 0 0,0 0 0,0 0 0,-1 0 0,-9 3 0,-15-1 0,-698-1 0,342-3 0,-691 2-1365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8:14:59.34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2 24575,'48'0'0,"-11"-1"0,0 1 0,0 2 0,64 13 0,-70-10 0,55 4 0,11 2 0,78 18 0,-107-23 0,126-5 0,-85-3 0,1313 2 0,-1417 0 0,-1 0 0,1 0 0,0 1 0,0 0 0,0 0 0,-1 0 0,1 0 0,0 1 0,-1 0 0,1-1 0,-1 2 0,0-1 0,1 0 0,-1 1 0,0 0 0,-1 0 0,1 0 0,0 1 0,-1-1 0,4 5 0,-3-1 0,0 0 0,0 0 0,0 1 0,-1-1 0,0 1 0,-1-1 0,0 1 0,0 0 0,0 0 0,-1 0 0,0 13 0,0-13 0,-1 0 0,0 0 0,-1 0 0,1 0 0,-1 0 0,-3 9 0,3-15 0,0 0 0,0 1 0,0-1 0,0 0 0,0 0 0,0 0 0,-1 0 0,1 0 0,-1 0 0,0-1 0,1 1 0,-1 0 0,0-1 0,0 1 0,0-1 0,0 0 0,0 0 0,-1 0 0,1 0 0,0 0 0,0 0 0,-1 0 0,1-1 0,-4 1 0,-22 2 0,1-1 0,-1-1 0,-40-5 0,-8 0 0,-1362 3 207,711 2-1779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8:15:05.688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26 52 24575,'1048'0'0,"-1030"-1"0,0-1 0,1-1 0,-1-1 0,34-11 0,-34 9 0,1 0 0,-1 2 0,1 0 0,30-2 0,647 5 0,-319 3 0,-360-2 0,-2 0 0,0 0 0,1 0 0,-1 1 0,0 1 0,22 6 0,-34-7 0,-1 0 0,1 0 0,-1 0 0,0 0 0,1 0 0,-1 0 0,0 1 0,1-1 0,-1 1 0,0 0 0,0 0 0,0 0 0,-1 0 0,1 0 0,0 0 0,-1 0 0,1 0 0,-1 1 0,0-1 0,0 0 0,0 1 0,0-1 0,0 1 0,-1 0 0,1-1 0,-1 1 0,1 0 0,-1-1 0,0 1 0,0 0 0,0-1 0,0 1 0,-1 0 0,1-1 0,-1 1 0,0-1 0,1 1 0,-3 3 0,-2 7 0,-1-1 0,0 0 0,-1 0 0,-1-1 0,1 1 0,-2-2 0,0 1 0,0-1 0,-1 0 0,0-1 0,0 0 0,-1-1 0,-15 9 0,18-13 0,0 0 0,-1 0 0,1-1 0,-1 0 0,0-1 0,0 0 0,0 0 0,-19 1 0,-80-6 0,48 0 0,-962 2 0,525 2 0,472-2 0,0-1 0,-29-7 0,28 3 0,-44-1 0,51 6 0,0-1 0,-1 0 0,1-1 0,0-2 0,-34-11 0,26 9-21,0 1 0,0 1 0,0 2-1,-1 0 1,1 2 0,-47 4 0,13-2-1196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2450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EEE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5" Type="http://schemas.openxmlformats.org/officeDocument/2006/relationships/image" Target="../media/image4.png"/><Relationship Id="rId4" Type="http://schemas.openxmlformats.org/officeDocument/2006/relationships/customXml" Target="../ink/ink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svg"/><Relationship Id="rId11" Type="http://schemas.openxmlformats.org/officeDocument/2006/relationships/customXml" Target="../ink/ink9.xml"/><Relationship Id="rId5" Type="http://schemas.openxmlformats.org/officeDocument/2006/relationships/image" Target="../media/image19.png"/><Relationship Id="rId10" Type="http://schemas.openxmlformats.org/officeDocument/2006/relationships/image" Target="../media/image24.svg"/><Relationship Id="rId4" Type="http://schemas.openxmlformats.org/officeDocument/2006/relationships/image" Target="../media/image18.svg"/><Relationship Id="rId9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879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13180" y="99900"/>
                </a:lnTo>
                <a:lnTo>
                  <a:pt x="8110" y="91990"/>
                </a:lnTo>
                <a:lnTo>
                  <a:pt x="4200" y="84670"/>
                </a:lnTo>
                <a:lnTo>
                  <a:pt x="2640" y="81150"/>
                </a:lnTo>
                <a:lnTo>
                  <a:pt x="1270" y="77440"/>
                </a:lnTo>
                <a:lnTo>
                  <a:pt x="490" y="74610"/>
                </a:lnTo>
                <a:lnTo>
                  <a:pt x="0" y="71480"/>
                </a:lnTo>
                <a:lnTo>
                  <a:pt x="200" y="67290"/>
                </a:lnTo>
                <a:lnTo>
                  <a:pt x="1270" y="63280"/>
                </a:lnTo>
                <a:lnTo>
                  <a:pt x="2830" y="59860"/>
                </a:lnTo>
                <a:lnTo>
                  <a:pt x="5080" y="56050"/>
                </a:lnTo>
                <a:lnTo>
                  <a:pt x="6840" y="52540"/>
                </a:lnTo>
                <a:lnTo>
                  <a:pt x="7910" y="49610"/>
                </a:lnTo>
                <a:lnTo>
                  <a:pt x="8690" y="45700"/>
                </a:lnTo>
                <a:lnTo>
                  <a:pt x="8790" y="40140"/>
                </a:lnTo>
                <a:lnTo>
                  <a:pt x="8590" y="36520"/>
                </a:lnTo>
                <a:lnTo>
                  <a:pt x="8110" y="31930"/>
                </a:lnTo>
                <a:lnTo>
                  <a:pt x="6540" y="21970"/>
                </a:lnTo>
                <a:lnTo>
                  <a:pt x="6150" y="14750"/>
                </a:lnTo>
                <a:lnTo>
                  <a:pt x="6450" y="10350"/>
                </a:lnTo>
                <a:lnTo>
                  <a:pt x="6930" y="7030"/>
                </a:lnTo>
                <a:lnTo>
                  <a:pt x="7910" y="264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508224"/>
            <a:ext cx="6296860" cy="29532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Интеллектуальная система адаптивной балансировки нагрузки для микросервисных и гибридных веб-архитектур</a:t>
            </a:r>
            <a:endParaRPr lang="en-US" sz="3700" b="1" dirty="0"/>
          </a:p>
        </p:txBody>
      </p:sp>
      <p:sp>
        <p:nvSpPr>
          <p:cNvPr id="4" name="Text 1"/>
          <p:cNvSpPr/>
          <p:nvPr/>
        </p:nvSpPr>
        <p:spPr>
          <a:xfrm>
            <a:off x="661475" y="4744938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Синявский Станислав Дмитриевич, МГТУ им. Н.Э. Баумана, каф. ИУ5. </a:t>
            </a:r>
            <a:r>
              <a:rPr lang="en-US" sz="1450" dirty="0" err="1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Премия</a:t>
            </a: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</a:t>
            </a:r>
            <a:r>
              <a:rPr lang="ru-RU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Христофора Леденцова</a:t>
            </a: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2026.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1210" y="0"/>
                </a:lnTo>
                <a:lnTo>
                  <a:pt x="92090" y="2640"/>
                </a:lnTo>
                <a:lnTo>
                  <a:pt x="93070" y="7030"/>
                </a:lnTo>
                <a:lnTo>
                  <a:pt x="93650" y="11330"/>
                </a:lnTo>
                <a:lnTo>
                  <a:pt x="93850" y="14750"/>
                </a:lnTo>
                <a:lnTo>
                  <a:pt x="93460" y="21970"/>
                </a:lnTo>
                <a:lnTo>
                  <a:pt x="91990" y="31150"/>
                </a:lnTo>
                <a:lnTo>
                  <a:pt x="91410" y="36520"/>
                </a:lnTo>
                <a:lnTo>
                  <a:pt x="91210" y="40040"/>
                </a:lnTo>
                <a:lnTo>
                  <a:pt x="91310" y="45700"/>
                </a:lnTo>
                <a:lnTo>
                  <a:pt x="91890" y="48930"/>
                </a:lnTo>
                <a:lnTo>
                  <a:pt x="93160" y="52540"/>
                </a:lnTo>
                <a:lnTo>
                  <a:pt x="94920" y="56050"/>
                </a:lnTo>
                <a:lnTo>
                  <a:pt x="97170" y="59860"/>
                </a:lnTo>
                <a:lnTo>
                  <a:pt x="98730" y="63280"/>
                </a:lnTo>
                <a:lnTo>
                  <a:pt x="99800" y="67290"/>
                </a:lnTo>
                <a:lnTo>
                  <a:pt x="100000" y="71480"/>
                </a:lnTo>
                <a:lnTo>
                  <a:pt x="99710" y="73630"/>
                </a:lnTo>
                <a:lnTo>
                  <a:pt x="99020" y="76460"/>
                </a:lnTo>
                <a:lnTo>
                  <a:pt x="97750" y="80180"/>
                </a:lnTo>
                <a:lnTo>
                  <a:pt x="96390" y="83400"/>
                </a:lnTo>
                <a:lnTo>
                  <a:pt x="91890" y="91990"/>
                </a:lnTo>
                <a:lnTo>
                  <a:pt x="89450" y="96000"/>
                </a:lnTo>
                <a:lnTo>
                  <a:pt x="8672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737989"/>
            <a:ext cx="6296860" cy="1771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Балансировщики не понимают, что они балансируют</a:t>
            </a:r>
            <a:endParaRPr lang="en-US" sz="3700" b="1" dirty="0"/>
          </a:p>
        </p:txBody>
      </p:sp>
      <p:sp>
        <p:nvSpPr>
          <p:cNvPr id="4" name="Text 1"/>
          <p:cNvSpPr/>
          <p:nvPr/>
        </p:nvSpPr>
        <p:spPr>
          <a:xfrm>
            <a:off x="5233360" y="2793405"/>
            <a:ext cx="6296860" cy="3326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Современный backend — десятки микросервисов на гибридном стеке синхронных и асинхронных технологий. Классические балансировщики нагрузки (nginx, HAProxy, Kubernetes Service) распределяют трафик вслепую — round-robin или по текущей загрузке, — не различая тип запроса. Тяжёлый CPU-bound запрос, случайно попавший в асинхронный сервис, блокирует единственный event loop и останавливает обработку всех остальных запросов одновременно. Итог — каскадные просадки производительности, которые сегодня закрывают вручную: изоляцией сервисов, избыточным резервированием мощности, постоянным дежурным мониторингом.</a:t>
            </a:r>
            <a:endParaRPr lang="en-US" sz="1450" dirty="0"/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7101C6E6-B694-5877-AB7D-A8662C097298}"/>
              </a:ext>
            </a:extLst>
          </p:cNvPr>
          <p:cNvGrpSpPr/>
          <p:nvPr/>
        </p:nvGrpSpPr>
        <p:grpSpPr>
          <a:xfrm>
            <a:off x="11169889" y="6521499"/>
            <a:ext cx="871560" cy="237240"/>
            <a:chOff x="11169889" y="6521499"/>
            <a:chExt cx="871560" cy="23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Рукописный ввод 5">
                  <a:extLst>
                    <a:ext uri="{FF2B5EF4-FFF2-40B4-BE49-F238E27FC236}">
                      <a16:creationId xmlns:a16="http://schemas.microsoft.com/office/drawing/2014/main" id="{24027B59-8F48-C1F0-D38F-32A2C50EC538}"/>
                    </a:ext>
                  </a:extLst>
                </p14:cNvPr>
                <p14:cNvContentPartPr/>
                <p14:nvPr/>
              </p14:nvContentPartPr>
              <p14:xfrm>
                <a:off x="11169889" y="6521499"/>
                <a:ext cx="871560" cy="237240"/>
              </p14:xfrm>
            </p:contentPart>
          </mc:Choice>
          <mc:Fallback xmlns="">
            <p:pic>
              <p:nvPicPr>
                <p:cNvPr id="6" name="Рукописный ввод 5">
                  <a:extLst>
                    <a:ext uri="{FF2B5EF4-FFF2-40B4-BE49-F238E27FC236}">
                      <a16:creationId xmlns:a16="http://schemas.microsoft.com/office/drawing/2014/main" id="{24027B59-8F48-C1F0-D38F-32A2C50EC53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1106889" y="6458499"/>
                  <a:ext cx="997200" cy="36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Рукописный ввод 6">
                  <a:extLst>
                    <a:ext uri="{FF2B5EF4-FFF2-40B4-BE49-F238E27FC236}">
                      <a16:creationId xmlns:a16="http://schemas.microsoft.com/office/drawing/2014/main" id="{B5266275-DB26-97D8-C82B-FF57F96FC83E}"/>
                    </a:ext>
                  </a:extLst>
                </p14:cNvPr>
                <p14:cNvContentPartPr/>
                <p14:nvPr/>
              </p14:nvContentPartPr>
              <p14:xfrm>
                <a:off x="12006889" y="6633713"/>
                <a:ext cx="5760" cy="57240"/>
              </p14:xfrm>
            </p:contentPart>
          </mc:Choice>
          <mc:Fallback xmlns="">
            <p:pic>
              <p:nvPicPr>
                <p:cNvPr id="7" name="Рукописный ввод 6">
                  <a:extLst>
                    <a:ext uri="{FF2B5EF4-FFF2-40B4-BE49-F238E27FC236}">
                      <a16:creationId xmlns:a16="http://schemas.microsoft.com/office/drawing/2014/main" id="{B5266275-DB26-97D8-C82B-FF57F96FC83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1944249" y="6570713"/>
                  <a:ext cx="131400" cy="1828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81421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Маршрутизация, которая учится</a:t>
            </a:r>
            <a:endParaRPr lang="en-US" sz="3700" b="1" dirty="0"/>
          </a:p>
        </p:txBody>
      </p:sp>
      <p:sp>
        <p:nvSpPr>
          <p:cNvPr id="3" name="Shape 1"/>
          <p:cNvSpPr/>
          <p:nvPr/>
        </p:nvSpPr>
        <p:spPr>
          <a:xfrm>
            <a:off x="525350" y="2688332"/>
            <a:ext cx="5476043" cy="2355453"/>
          </a:xfrm>
          <a:prstGeom prst="roundRect">
            <a:avLst>
              <a:gd name="adj" fmla="val 11556"/>
            </a:avLst>
          </a:prstGeom>
          <a:solidFill>
            <a:srgbClr val="84C1FA"/>
          </a:solidFill>
          <a:ln/>
        </p:spPr>
      </p:sp>
      <p:sp>
        <p:nvSpPr>
          <p:cNvPr id="4" name="Text 2"/>
          <p:cNvSpPr/>
          <p:nvPr/>
        </p:nvSpPr>
        <p:spPr>
          <a:xfrm>
            <a:off x="714357" y="2877344"/>
            <a:ext cx="509802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Вместо статичных правил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714357" y="3361630"/>
            <a:ext cx="5098029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Обученный классификатор, который в реальном времени определяет физическую природу каждого запроса (I/O-bound или CPU-bound) и направляет его на движок, где он обрабатывается быстрее и безопаснее.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332776" y="2877344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Не эвристика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6332776" y="3361630"/>
            <a:ext cx="5203794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Не эвристика «если нагрузка больше X» — а модель, обучаемая на реальном трафике конкретной системы.</a:t>
            </a:r>
            <a:endParaRPr lang="en-US" sz="145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Рукописный ввод 7">
                <a:extLst>
                  <a:ext uri="{FF2B5EF4-FFF2-40B4-BE49-F238E27FC236}">
                    <a16:creationId xmlns:a16="http://schemas.microsoft.com/office/drawing/2014/main" id="{AC757161-371D-A3BA-2E34-D83C495F9FF8}"/>
                  </a:ext>
                </a:extLst>
              </p14:cNvPr>
              <p14:cNvContentPartPr/>
              <p14:nvPr/>
            </p14:nvContentPartPr>
            <p14:xfrm>
              <a:off x="11124889" y="6568659"/>
              <a:ext cx="950760" cy="199800"/>
            </p14:xfrm>
          </p:contentPart>
        </mc:Choice>
        <mc:Fallback xmlns="">
          <p:pic>
            <p:nvPicPr>
              <p:cNvPr id="8" name="Рукописный ввод 7">
                <a:extLst>
                  <a:ext uri="{FF2B5EF4-FFF2-40B4-BE49-F238E27FC236}">
                    <a16:creationId xmlns:a16="http://schemas.microsoft.com/office/drawing/2014/main" id="{AC757161-371D-A3BA-2E34-D83C495F9FF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062249" y="6505659"/>
                <a:ext cx="1076400" cy="325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Архитектура: шлюз, который решает за 2 миллисекунды</a:t>
            </a:r>
            <a:endParaRPr lang="en-US" sz="2400" b="1" dirty="0"/>
          </a:p>
        </p:txBody>
      </p:sp>
      <p:sp>
        <p:nvSpPr>
          <p:cNvPr id="3" name="Text 1"/>
          <p:cNvSpPr/>
          <p:nvPr/>
        </p:nvSpPr>
        <p:spPr>
          <a:xfrm>
            <a:off x="661475" y="1069727"/>
            <a:ext cx="10868745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Три независимых компонента: синхронный движок (Flask), асинхронный движок (FastAPI) и шлюз с нейросетевым классификатором между ними. Шлюз принимает решение по трём признакам нагрузки быстрее, чем занимает один сетевой пакет, и переправляет запрос через асинхронный HTTP-клиент.</a:t>
            </a:r>
            <a:endParaRPr lang="en-US" sz="16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4" name="Рукописный ввод 13">
                <a:extLst>
                  <a:ext uri="{FF2B5EF4-FFF2-40B4-BE49-F238E27FC236}">
                    <a16:creationId xmlns:a16="http://schemas.microsoft.com/office/drawing/2014/main" id="{AF776975-CA5B-A14E-AB3C-EBAAB5DF52BC}"/>
                  </a:ext>
                </a:extLst>
              </p14:cNvPr>
              <p14:cNvContentPartPr/>
              <p14:nvPr/>
            </p14:nvContentPartPr>
            <p14:xfrm>
              <a:off x="11156569" y="6630579"/>
              <a:ext cx="929880" cy="97920"/>
            </p14:xfrm>
          </p:contentPart>
        </mc:Choice>
        <mc:Fallback xmlns="">
          <p:pic>
            <p:nvPicPr>
              <p:cNvPr id="14" name="Рукописный ввод 13">
                <a:extLst>
                  <a:ext uri="{FF2B5EF4-FFF2-40B4-BE49-F238E27FC236}">
                    <a16:creationId xmlns:a16="http://schemas.microsoft.com/office/drawing/2014/main" id="{AF776975-CA5B-A14E-AB3C-EBAAB5DF52B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093569" y="6567579"/>
                <a:ext cx="1055520" cy="223560"/>
              </a:xfrm>
              <a:prstGeom prst="rect">
                <a:avLst/>
              </a:prstGeom>
            </p:spPr>
          </p:pic>
        </mc:Fallback>
      </mc:AlternateContent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6D803595-300E-3892-79EB-359AEAD771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778000"/>
            <a:ext cx="12192000" cy="508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21262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Классификатор точен и быстр</a:t>
            </a:r>
            <a:endParaRPr lang="en-US" sz="3700" b="1" dirty="0"/>
          </a:p>
        </p:txBody>
      </p:sp>
      <p:sp>
        <p:nvSpPr>
          <p:cNvPr id="3" name="Text 1"/>
          <p:cNvSpPr/>
          <p:nvPr/>
        </p:nvSpPr>
        <p:spPr>
          <a:xfrm>
            <a:off x="661475" y="1181002"/>
            <a:ext cx="346542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99.7%</a:t>
            </a:r>
            <a:endParaRPr lang="en-US" sz="4900" dirty="0"/>
          </a:p>
        </p:txBody>
      </p:sp>
      <p:sp>
        <p:nvSpPr>
          <p:cNvPr id="4" name="Text 2"/>
          <p:cNvSpPr/>
          <p:nvPr/>
        </p:nvSpPr>
        <p:spPr>
          <a:xfrm>
            <a:off x="661475" y="1799917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Точность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661475" y="2031305"/>
            <a:ext cx="346542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На отложенной выборке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4363134" y="1158764"/>
            <a:ext cx="346542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2 мс</a:t>
            </a:r>
            <a:endParaRPr lang="en-US" sz="4900" dirty="0"/>
          </a:p>
        </p:txBody>
      </p:sp>
      <p:sp>
        <p:nvSpPr>
          <p:cNvPr id="7" name="Text 5"/>
          <p:cNvSpPr/>
          <p:nvPr/>
        </p:nvSpPr>
        <p:spPr>
          <a:xfrm>
            <a:off x="4363134" y="1798322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Время решения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4363135" y="2094027"/>
            <a:ext cx="346542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Менее чем за 2 мс — модель не создаёт узкого места в системе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993076" y="1187211"/>
            <a:ext cx="346542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10K</a:t>
            </a:r>
            <a:endParaRPr lang="en-US" sz="4900" dirty="0"/>
          </a:p>
        </p:txBody>
      </p:sp>
      <p:sp>
        <p:nvSpPr>
          <p:cNvPr id="10" name="Text 8"/>
          <p:cNvSpPr/>
          <p:nvPr/>
        </p:nvSpPr>
        <p:spPr>
          <a:xfrm>
            <a:off x="8064794" y="1883667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Примеров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8064794" y="2182167"/>
            <a:ext cx="3465426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Обучена на 10 000 примерах, физически привязанных к реальному поведению движков — не произвольная разметка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61475" y="3341262"/>
            <a:ext cx="10868745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Нейросеть (PyTorch, 3–16–8–1) обучена на 10 000 примерах, физически привязанных к реальному поведению движков — не произвольная разметка. Точность на отложенной выборке — 99,7%. Решение принимается менее чем за 2 мс — модель не создаёт узкого места в системе.</a:t>
            </a:r>
            <a:endParaRPr lang="en-US" sz="145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3" name="Рукописный ввод 12">
                <a:extLst>
                  <a:ext uri="{FF2B5EF4-FFF2-40B4-BE49-F238E27FC236}">
                    <a16:creationId xmlns:a16="http://schemas.microsoft.com/office/drawing/2014/main" id="{34064963-45CF-66BE-5252-DAF46DBDF4AC}"/>
                  </a:ext>
                </a:extLst>
              </p14:cNvPr>
              <p14:cNvContentPartPr/>
              <p14:nvPr/>
            </p14:nvContentPartPr>
            <p14:xfrm>
              <a:off x="11132089" y="6623739"/>
              <a:ext cx="920880" cy="136440"/>
            </p14:xfrm>
          </p:contentPart>
        </mc:Choice>
        <mc:Fallback xmlns="">
          <p:pic>
            <p:nvPicPr>
              <p:cNvPr id="13" name="Рукописный ввод 12">
                <a:extLst>
                  <a:ext uri="{FF2B5EF4-FFF2-40B4-BE49-F238E27FC236}">
                    <a16:creationId xmlns:a16="http://schemas.microsoft.com/office/drawing/2014/main" id="{34064963-45CF-66BE-5252-DAF46DBDF4A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069449" y="6561099"/>
                <a:ext cx="1046520" cy="262080"/>
              </a:xfrm>
              <a:prstGeom prst="rect">
                <a:avLst/>
              </a:prstGeom>
            </p:spPr>
          </p:pic>
        </mc:Fallback>
      </mc:AlternateContent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5F7E9B5-0C50-1B6C-E876-6EFF5855D9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0627" y="3989615"/>
            <a:ext cx="3514167" cy="29284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17129"/>
            <a:ext cx="10868745" cy="1130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Что на самом деле </a:t>
            </a:r>
            <a:r>
              <a:rPr lang="en-US" sz="3700" b="1" dirty="0" err="1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увидела</a:t>
            </a:r>
            <a:r>
              <a:rPr lang="en-US" sz="3700" b="1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 </a:t>
            </a:r>
            <a:r>
              <a:rPr lang="en-US" sz="3700" b="1" dirty="0" err="1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нейросеть</a:t>
            </a:r>
            <a:r>
              <a:rPr lang="ru-RU" sz="3700" b="1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 на</a:t>
            </a:r>
          </a:p>
          <a:p>
            <a:pPr marL="0" indent="0" algn="l">
              <a:lnSpc>
                <a:spcPct val="104000"/>
              </a:lnSpc>
              <a:buNone/>
            </a:pPr>
            <a:r>
              <a:rPr lang="ru-RU" sz="3700" b="1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 данном этапе (дальше – развитие)</a:t>
            </a:r>
            <a:endParaRPr lang="en-US" sz="3700" b="1" dirty="0"/>
          </a:p>
        </p:txBody>
      </p:sp>
      <p:sp>
        <p:nvSpPr>
          <p:cNvPr id="3" name="Text 1"/>
          <p:cNvSpPr/>
          <p:nvPr/>
        </p:nvSpPr>
        <p:spPr>
          <a:xfrm>
            <a:off x="661475" y="2593458"/>
            <a:ext cx="3504219" cy="3496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Граница решения — не искусственный порог, а физически осмысленная закономерность: классификатор самостоятельно научился игнорировать шумовые признаки и опираться на реальный источник различий между типами запросов.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Это не чёрный ящик — поведение модели можно объяснить и проверить.</a:t>
            </a:r>
            <a:endParaRPr lang="en-US" sz="145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Рукописный ввод 4">
                <a:extLst>
                  <a:ext uri="{FF2B5EF4-FFF2-40B4-BE49-F238E27FC236}">
                    <a16:creationId xmlns:a16="http://schemas.microsoft.com/office/drawing/2014/main" id="{594533CC-A8A6-C2EF-79A8-37AA62AC77C9}"/>
                  </a:ext>
                </a:extLst>
              </p14:cNvPr>
              <p14:cNvContentPartPr/>
              <p14:nvPr/>
            </p14:nvContentPartPr>
            <p14:xfrm>
              <a:off x="11106889" y="6605019"/>
              <a:ext cx="968760" cy="109800"/>
            </p14:xfrm>
          </p:contentPart>
        </mc:Choice>
        <mc:Fallback xmlns="">
          <p:pic>
            <p:nvPicPr>
              <p:cNvPr id="5" name="Рукописный ввод 4">
                <a:extLst>
                  <a:ext uri="{FF2B5EF4-FFF2-40B4-BE49-F238E27FC236}">
                    <a16:creationId xmlns:a16="http://schemas.microsoft.com/office/drawing/2014/main" id="{594533CC-A8A6-C2EF-79A8-37AA62AC77C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043889" y="6542019"/>
                <a:ext cx="1094400" cy="235440"/>
              </a:xfrm>
              <a:prstGeom prst="rect">
                <a:avLst/>
              </a:prstGeom>
            </p:spPr>
          </p:pic>
        </mc:Fallback>
      </mc:AlternateContent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9467009-9C81-1008-E2C3-2E994ECE8C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5675" y="1825585"/>
            <a:ext cx="7548622" cy="503241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317103"/>
            <a:ext cx="10868745" cy="5435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+39–87% пропускной способности — уже сегодня</a:t>
            </a:r>
            <a:endParaRPr lang="en-US" sz="2800" b="1" dirty="0"/>
          </a:p>
        </p:txBody>
      </p:sp>
      <p:sp>
        <p:nvSpPr>
          <p:cNvPr id="3" name="Text 1"/>
          <p:cNvSpPr/>
          <p:nvPr/>
        </p:nvSpPr>
        <p:spPr>
          <a:xfrm>
            <a:off x="661627" y="905202"/>
            <a:ext cx="10868745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На потоке из 70% I/O-bound и 30% CPU-bound запросов (конкурентность 20–100) система обгоняет лучший одиночный движок по throughput на 39–87% и снижает среднюю задержку в 1,8–6,1 раза. Прирост растёт вместе с нагрузкой — именно там, где классические балансировщики деградируют быстрее всего.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61627" y="2011981"/>
            <a:ext cx="346542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+87%</a:t>
            </a:r>
            <a:endParaRPr lang="en-US" sz="4900" dirty="0"/>
          </a:p>
        </p:txBody>
      </p:sp>
      <p:sp>
        <p:nvSpPr>
          <p:cNvPr id="5" name="Text 3"/>
          <p:cNvSpPr/>
          <p:nvPr/>
        </p:nvSpPr>
        <p:spPr>
          <a:xfrm>
            <a:off x="661627" y="2619066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Прирост throughput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661627" y="2973302"/>
            <a:ext cx="346542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Обгоняет лучший одиночный движок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363135" y="1995278"/>
            <a:ext cx="346542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6.1x</a:t>
            </a:r>
            <a:endParaRPr lang="en-US" sz="4900" dirty="0"/>
          </a:p>
        </p:txBody>
      </p:sp>
      <p:sp>
        <p:nvSpPr>
          <p:cNvPr id="8" name="Text 6"/>
          <p:cNvSpPr/>
          <p:nvPr/>
        </p:nvSpPr>
        <p:spPr>
          <a:xfrm>
            <a:off x="4363135" y="2619066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Снижение задержки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4363135" y="2951468"/>
            <a:ext cx="346542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Средняя задержка снижена в 1,8–6,1 раза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930323" y="2066917"/>
            <a:ext cx="346542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100</a:t>
            </a:r>
            <a:endParaRPr lang="en-US" sz="4900" dirty="0"/>
          </a:p>
        </p:txBody>
      </p:sp>
      <p:sp>
        <p:nvSpPr>
          <p:cNvPr id="11" name="Text 9"/>
          <p:cNvSpPr/>
          <p:nvPr/>
        </p:nvSpPr>
        <p:spPr>
          <a:xfrm>
            <a:off x="8064946" y="2651580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Конкурентность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8064643" y="2914341"/>
            <a:ext cx="346542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Тестирование при конкурентности 20–100</a:t>
            </a:r>
            <a:endParaRPr lang="en-US" sz="145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3" name="Рукописный ввод 12">
                <a:extLst>
                  <a:ext uri="{FF2B5EF4-FFF2-40B4-BE49-F238E27FC236}">
                    <a16:creationId xmlns:a16="http://schemas.microsoft.com/office/drawing/2014/main" id="{4F6E45A1-85C5-23C0-ECE8-7C8BBCD310D7}"/>
                  </a:ext>
                </a:extLst>
              </p14:cNvPr>
              <p14:cNvContentPartPr/>
              <p14:nvPr/>
            </p14:nvContentPartPr>
            <p14:xfrm>
              <a:off x="11151169" y="6552459"/>
              <a:ext cx="917640" cy="171720"/>
            </p14:xfrm>
          </p:contentPart>
        </mc:Choice>
        <mc:Fallback xmlns="">
          <p:pic>
            <p:nvPicPr>
              <p:cNvPr id="13" name="Рукописный ввод 12">
                <a:extLst>
                  <a:ext uri="{FF2B5EF4-FFF2-40B4-BE49-F238E27FC236}">
                    <a16:creationId xmlns:a16="http://schemas.microsoft.com/office/drawing/2014/main" id="{4F6E45A1-85C5-23C0-ECE8-7C8BBCD310D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088169" y="6489819"/>
                <a:ext cx="1043280" cy="297360"/>
              </a:xfrm>
              <a:prstGeom prst="rect">
                <a:avLst/>
              </a:prstGeom>
            </p:spPr>
          </p:pic>
        </mc:Fallback>
      </mc:AlternateContent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DCA37E9-5827-281C-2413-BF48EDF02F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428999"/>
            <a:ext cx="12192000" cy="33866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879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13180" y="99900"/>
                </a:lnTo>
                <a:lnTo>
                  <a:pt x="8110" y="91990"/>
                </a:lnTo>
                <a:lnTo>
                  <a:pt x="4200" y="84670"/>
                </a:lnTo>
                <a:lnTo>
                  <a:pt x="2640" y="81150"/>
                </a:lnTo>
                <a:lnTo>
                  <a:pt x="1270" y="77440"/>
                </a:lnTo>
                <a:lnTo>
                  <a:pt x="490" y="74610"/>
                </a:lnTo>
                <a:lnTo>
                  <a:pt x="0" y="71480"/>
                </a:lnTo>
                <a:lnTo>
                  <a:pt x="200" y="67290"/>
                </a:lnTo>
                <a:lnTo>
                  <a:pt x="1270" y="63280"/>
                </a:lnTo>
                <a:lnTo>
                  <a:pt x="2830" y="59860"/>
                </a:lnTo>
                <a:lnTo>
                  <a:pt x="5080" y="56050"/>
                </a:lnTo>
                <a:lnTo>
                  <a:pt x="6840" y="52540"/>
                </a:lnTo>
                <a:lnTo>
                  <a:pt x="7910" y="49610"/>
                </a:lnTo>
                <a:lnTo>
                  <a:pt x="8690" y="45700"/>
                </a:lnTo>
                <a:lnTo>
                  <a:pt x="8790" y="40140"/>
                </a:lnTo>
                <a:lnTo>
                  <a:pt x="8590" y="36520"/>
                </a:lnTo>
                <a:lnTo>
                  <a:pt x="8110" y="31930"/>
                </a:lnTo>
                <a:lnTo>
                  <a:pt x="6540" y="21970"/>
                </a:lnTo>
                <a:lnTo>
                  <a:pt x="6150" y="14750"/>
                </a:lnTo>
                <a:lnTo>
                  <a:pt x="6450" y="10350"/>
                </a:lnTo>
                <a:lnTo>
                  <a:pt x="6930" y="7030"/>
                </a:lnTo>
                <a:lnTo>
                  <a:pt x="7910" y="264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040408"/>
            <a:ext cx="6296860" cy="1771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Каждая компания на микросервисах — потенциальный клиент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3095823"/>
            <a:ext cx="6296860" cy="27217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Рынок — команды, перешедшие на микросервисную и гибридную архитектуру и столкнувшиеся с тем, что классические балансировщики не справляются со сложностью современных нагрузок: от стартапов на FastAPI/Node.js до крупных высоконагруженных платформ и облачных провайдеров, ищущих новую фичу для своих балансировщиков. Растущий рынок cloud-native инфраструктуры и AI-инференс-сервисов создаёт дополнительный спрос: там смешение лёгких API-вызовов и тяжёлых вычислений — норма, а не исключение.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7354"/>
            <a:ext cx="10868745" cy="1089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00" b="1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От прототипа — к универсальному слою управления трафиком</a:t>
            </a:r>
            <a:endParaRPr lang="en-US" sz="3400" b="1" dirty="0"/>
          </a:p>
        </p:txBody>
      </p:sp>
      <p:sp>
        <p:nvSpPr>
          <p:cNvPr id="3" name="Shape 1"/>
          <p:cNvSpPr/>
          <p:nvPr/>
        </p:nvSpPr>
        <p:spPr>
          <a:xfrm>
            <a:off x="6086323" y="1987649"/>
            <a:ext cx="19050" cy="4292898"/>
          </a:xfrm>
          <a:prstGeom prst="roundRect">
            <a:avLst>
              <a:gd name="adj" fmla="val 49999"/>
            </a:avLst>
          </a:prstGeom>
          <a:solidFill>
            <a:srgbClr val="B4CCE3"/>
          </a:solidFill>
          <a:ln/>
        </p:spPr>
      </p:sp>
      <p:sp>
        <p:nvSpPr>
          <p:cNvPr id="4" name="Shape 2"/>
          <p:cNvSpPr/>
          <p:nvPr/>
        </p:nvSpPr>
        <p:spPr>
          <a:xfrm>
            <a:off x="5396224" y="2174081"/>
            <a:ext cx="522671" cy="19050"/>
          </a:xfrm>
          <a:prstGeom prst="roundRect">
            <a:avLst>
              <a:gd name="adj" fmla="val 49999"/>
            </a:avLst>
          </a:prstGeom>
          <a:solidFill>
            <a:srgbClr val="B4CCE3"/>
          </a:solidFill>
          <a:ln/>
        </p:spPr>
      </p:sp>
      <p:sp>
        <p:nvSpPr>
          <p:cNvPr id="5" name="Shape 3"/>
          <p:cNvSpPr/>
          <p:nvPr/>
        </p:nvSpPr>
        <p:spPr>
          <a:xfrm>
            <a:off x="5899846" y="1987649"/>
            <a:ext cx="392003" cy="392013"/>
          </a:xfrm>
          <a:prstGeom prst="roundRect">
            <a:avLst>
              <a:gd name="adj" fmla="val 40006"/>
            </a:avLst>
          </a:prstGeom>
          <a:solidFill>
            <a:srgbClr val="CEE6FD"/>
          </a:solidFill>
          <a:ln/>
        </p:spPr>
      </p:sp>
      <p:sp>
        <p:nvSpPr>
          <p:cNvPr id="6" name="Text 4"/>
          <p:cNvSpPr/>
          <p:nvPr/>
        </p:nvSpPr>
        <p:spPr>
          <a:xfrm>
            <a:off x="5965130" y="2020243"/>
            <a:ext cx="261336" cy="3267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1</a:t>
            </a:r>
            <a:endParaRPr lang="en-US" sz="2050" dirty="0"/>
          </a:p>
        </p:txBody>
      </p:sp>
      <p:sp>
        <p:nvSpPr>
          <p:cNvPr id="7" name="Text 5"/>
          <p:cNvSpPr/>
          <p:nvPr/>
        </p:nvSpPr>
        <p:spPr>
          <a:xfrm>
            <a:off x="661475" y="2047478"/>
            <a:ext cx="4563155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7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Этап 1 (сейчас)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61475" y="2415977"/>
            <a:ext cx="4563155" cy="1071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28000"/>
              </a:lnSpc>
              <a:buNone/>
            </a:pP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Рабочий прототип, гипотеза подтверждена экспериментально на связке Flask/FastAPI — измеримый прирост пропускной способности и снижение задержки.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72800" y="3192363"/>
            <a:ext cx="522671" cy="19050"/>
          </a:xfrm>
          <a:prstGeom prst="roundRect">
            <a:avLst>
              <a:gd name="adj" fmla="val 49999"/>
            </a:avLst>
          </a:prstGeom>
          <a:solidFill>
            <a:srgbClr val="B4CCE3"/>
          </a:solidFill>
          <a:ln/>
        </p:spPr>
      </p:sp>
      <p:sp>
        <p:nvSpPr>
          <p:cNvPr id="10" name="Shape 8"/>
          <p:cNvSpPr/>
          <p:nvPr/>
        </p:nvSpPr>
        <p:spPr>
          <a:xfrm>
            <a:off x="5899846" y="3005931"/>
            <a:ext cx="392003" cy="392013"/>
          </a:xfrm>
          <a:prstGeom prst="roundRect">
            <a:avLst>
              <a:gd name="adj" fmla="val 40006"/>
            </a:avLst>
          </a:prstGeom>
          <a:solidFill>
            <a:srgbClr val="CEE6FD"/>
          </a:solidFill>
          <a:ln/>
        </p:spPr>
      </p:sp>
      <p:sp>
        <p:nvSpPr>
          <p:cNvPr id="11" name="Text 9"/>
          <p:cNvSpPr/>
          <p:nvPr/>
        </p:nvSpPr>
        <p:spPr>
          <a:xfrm>
            <a:off x="5965130" y="3038525"/>
            <a:ext cx="261336" cy="3267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2</a:t>
            </a:r>
            <a:endParaRPr lang="en-US" sz="2050" dirty="0"/>
          </a:p>
        </p:txBody>
      </p:sp>
      <p:sp>
        <p:nvSpPr>
          <p:cNvPr id="12" name="Text 10"/>
          <p:cNvSpPr/>
          <p:nvPr/>
        </p:nvSpPr>
        <p:spPr>
          <a:xfrm>
            <a:off x="6967066" y="3065760"/>
            <a:ext cx="4563155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Этап 2 (</a:t>
            </a:r>
            <a:r>
              <a:rPr lang="ru-RU" sz="17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в процессе)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967066" y="3434259"/>
            <a:ext cx="4563155" cy="8033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ru-RU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Улучшение и расширение </a:t>
            </a:r>
            <a:r>
              <a:rPr lang="en-US" sz="1350" dirty="0" err="1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классификатора</a:t>
            </a: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на произвольное число движков и воркеров, готовый SDK для self-hosted команд, первые пилотные внедрения.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396224" y="4079875"/>
            <a:ext cx="522671" cy="19050"/>
          </a:xfrm>
          <a:prstGeom prst="roundRect">
            <a:avLst>
              <a:gd name="adj" fmla="val 49999"/>
            </a:avLst>
          </a:prstGeom>
          <a:solidFill>
            <a:srgbClr val="B4CCE3"/>
          </a:solidFill>
          <a:ln/>
        </p:spPr>
      </p:sp>
      <p:sp>
        <p:nvSpPr>
          <p:cNvPr id="15" name="Shape 13"/>
          <p:cNvSpPr/>
          <p:nvPr/>
        </p:nvSpPr>
        <p:spPr>
          <a:xfrm>
            <a:off x="5899846" y="3893443"/>
            <a:ext cx="392003" cy="392013"/>
          </a:xfrm>
          <a:prstGeom prst="roundRect">
            <a:avLst>
              <a:gd name="adj" fmla="val 40006"/>
            </a:avLst>
          </a:prstGeom>
          <a:solidFill>
            <a:srgbClr val="CEE6FD"/>
          </a:solidFill>
          <a:ln/>
        </p:spPr>
      </p:sp>
      <p:sp>
        <p:nvSpPr>
          <p:cNvPr id="16" name="Text 14"/>
          <p:cNvSpPr/>
          <p:nvPr/>
        </p:nvSpPr>
        <p:spPr>
          <a:xfrm>
            <a:off x="5965130" y="3926036"/>
            <a:ext cx="261336" cy="3267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3</a:t>
            </a:r>
            <a:endParaRPr lang="en-US" sz="2050" dirty="0"/>
          </a:p>
        </p:txBody>
      </p:sp>
      <p:sp>
        <p:nvSpPr>
          <p:cNvPr id="17" name="Text 15"/>
          <p:cNvSpPr/>
          <p:nvPr/>
        </p:nvSpPr>
        <p:spPr>
          <a:xfrm>
            <a:off x="661475" y="3953272"/>
            <a:ext cx="4563155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700" dirty="0" err="1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Этап</a:t>
            </a:r>
            <a:r>
              <a:rPr lang="en-US" sz="17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 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61475" y="4321770"/>
            <a:ext cx="4563155" cy="8033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28000"/>
              </a:lnSpc>
              <a:buNone/>
            </a:pP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Интеграции с API-шлюзами и service mesh (Kong, Envoy, Istio), поддержка GPU/CPU-инференс-пулов, запуск SaaS-платформы.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72800" y="4967486"/>
            <a:ext cx="522671" cy="19050"/>
          </a:xfrm>
          <a:prstGeom prst="roundRect">
            <a:avLst>
              <a:gd name="adj" fmla="val 49999"/>
            </a:avLst>
          </a:prstGeom>
          <a:solidFill>
            <a:srgbClr val="B4CCE3"/>
          </a:solidFill>
          <a:ln/>
        </p:spPr>
      </p:sp>
      <p:sp>
        <p:nvSpPr>
          <p:cNvPr id="20" name="Shape 18"/>
          <p:cNvSpPr/>
          <p:nvPr/>
        </p:nvSpPr>
        <p:spPr>
          <a:xfrm>
            <a:off x="5899846" y="4781054"/>
            <a:ext cx="392003" cy="392013"/>
          </a:xfrm>
          <a:prstGeom prst="roundRect">
            <a:avLst>
              <a:gd name="adj" fmla="val 40006"/>
            </a:avLst>
          </a:prstGeom>
          <a:solidFill>
            <a:srgbClr val="CEE6FD"/>
          </a:solidFill>
          <a:ln/>
        </p:spPr>
      </p:sp>
      <p:sp>
        <p:nvSpPr>
          <p:cNvPr id="21" name="Text 19"/>
          <p:cNvSpPr/>
          <p:nvPr/>
        </p:nvSpPr>
        <p:spPr>
          <a:xfrm>
            <a:off x="5965130" y="4813647"/>
            <a:ext cx="261336" cy="3267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4</a:t>
            </a:r>
            <a:endParaRPr lang="en-US" sz="2050" dirty="0"/>
          </a:p>
        </p:txBody>
      </p:sp>
      <p:sp>
        <p:nvSpPr>
          <p:cNvPr id="22" name="Text 20"/>
          <p:cNvSpPr/>
          <p:nvPr/>
        </p:nvSpPr>
        <p:spPr>
          <a:xfrm>
            <a:off x="6967066" y="4840883"/>
            <a:ext cx="4563155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 err="1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Этап</a:t>
            </a:r>
            <a:r>
              <a:rPr lang="en-US" sz="170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 4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967066" y="5209381"/>
            <a:ext cx="4563155" cy="1071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Универсальный слой управления трафиком для распределённых систем, расширение на новые типы нагрузки — включая очереди приоритетов и LLM-инференс.</a:t>
            </a:r>
            <a:endParaRPr lang="en-US" sz="135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4" name="Рукописный ввод 23">
                <a:extLst>
                  <a:ext uri="{FF2B5EF4-FFF2-40B4-BE49-F238E27FC236}">
                    <a16:creationId xmlns:a16="http://schemas.microsoft.com/office/drawing/2014/main" id="{2B54FB4E-47C9-51E0-75DD-3872962AB678}"/>
                  </a:ext>
                </a:extLst>
              </p14:cNvPr>
              <p14:cNvContentPartPr/>
              <p14:nvPr/>
            </p14:nvContentPartPr>
            <p14:xfrm>
              <a:off x="11133889" y="6606099"/>
              <a:ext cx="925200" cy="120240"/>
            </p14:xfrm>
          </p:contentPart>
        </mc:Choice>
        <mc:Fallback xmlns="">
          <p:pic>
            <p:nvPicPr>
              <p:cNvPr id="24" name="Рукописный ввод 23">
                <a:extLst>
                  <a:ext uri="{FF2B5EF4-FFF2-40B4-BE49-F238E27FC236}">
                    <a16:creationId xmlns:a16="http://schemas.microsoft.com/office/drawing/2014/main" id="{2B54FB4E-47C9-51E0-75DD-3872962AB67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071249" y="6543459"/>
                <a:ext cx="1050840" cy="2458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338659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Как </a:t>
            </a:r>
            <a:r>
              <a:rPr lang="en-US" sz="3700" b="1" dirty="0" err="1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мы</a:t>
            </a:r>
            <a:r>
              <a:rPr lang="en-US" sz="3700" b="1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 </a:t>
            </a:r>
            <a:r>
              <a:rPr lang="en-US" sz="3700" b="1" dirty="0" err="1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зарабатываем</a:t>
            </a:r>
            <a:r>
              <a:rPr lang="ru-RU" sz="3700" b="1" dirty="0">
                <a:solidFill>
                  <a:srgbClr val="091C5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 (идеи)</a:t>
            </a:r>
            <a:endParaRPr lang="en-US" sz="3700" b="1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307332"/>
            <a:ext cx="3496877" cy="3211909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68183" y="2474416"/>
            <a:ext cx="283461" cy="28346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75881" y="3088779"/>
            <a:ext cx="306806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SaaS-прокси</a:t>
            </a:r>
            <a:endParaRPr lang="en-US" sz="1850" dirty="0"/>
          </a:p>
        </p:txBody>
      </p:sp>
      <p:sp>
        <p:nvSpPr>
          <p:cNvPr id="6" name="Text 2"/>
          <p:cNvSpPr/>
          <p:nvPr/>
        </p:nvSpPr>
        <p:spPr>
          <a:xfrm>
            <a:off x="875881" y="3497461"/>
            <a:ext cx="3068065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SaaS-прокси с оплатой по объёму обработанного трафика для облачных клиентов.</a:t>
            </a:r>
            <a:endParaRPr lang="en-US" sz="14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7359" y="2307332"/>
            <a:ext cx="3496877" cy="3211909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54067" y="2474416"/>
            <a:ext cx="283461" cy="283468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4561766" y="3088779"/>
            <a:ext cx="3068065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Открытый SDK / библиотека</a:t>
            </a:r>
            <a:endParaRPr lang="en-US" sz="1850" dirty="0"/>
          </a:p>
        </p:txBody>
      </p:sp>
      <p:sp>
        <p:nvSpPr>
          <p:cNvPr id="10" name="Text 4"/>
          <p:cNvSpPr/>
          <p:nvPr/>
        </p:nvSpPr>
        <p:spPr>
          <a:xfrm>
            <a:off x="4561766" y="3792736"/>
            <a:ext cx="3068065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Открытый SDK/библиотека с платной pro-версией (расширенная аналитика, поддержка, кастомные модели) для self-hosted команд.</a:t>
            </a:r>
            <a:endParaRPr lang="en-US" sz="145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33244" y="2307332"/>
            <a:ext cx="3496877" cy="3211909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639952" y="2474416"/>
            <a:ext cx="283461" cy="283468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8247650" y="3088779"/>
            <a:ext cx="306806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E3063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Консалтинг и внедрение</a:t>
            </a:r>
            <a:endParaRPr lang="en-US" sz="1850" dirty="0"/>
          </a:p>
        </p:txBody>
      </p:sp>
      <p:sp>
        <p:nvSpPr>
          <p:cNvPr id="14" name="Text 6"/>
          <p:cNvSpPr/>
          <p:nvPr/>
        </p:nvSpPr>
        <p:spPr>
          <a:xfrm>
            <a:off x="8247650" y="3497461"/>
            <a:ext cx="3068065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E3063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Консалтинг и внедрение для крупных enterprise-клиентов с legacy-инфраструктурой.</a:t>
            </a:r>
            <a:endParaRPr lang="en-US" sz="145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5" name="Рукописный ввод 14">
                <a:extLst>
                  <a:ext uri="{FF2B5EF4-FFF2-40B4-BE49-F238E27FC236}">
                    <a16:creationId xmlns:a16="http://schemas.microsoft.com/office/drawing/2014/main" id="{6626B46D-A3A9-B7B3-051B-498579C88E32}"/>
                  </a:ext>
                </a:extLst>
              </p14:cNvPr>
              <p14:cNvContentPartPr/>
              <p14:nvPr/>
            </p14:nvContentPartPr>
            <p14:xfrm>
              <a:off x="11151529" y="6615099"/>
              <a:ext cx="925560" cy="101520"/>
            </p14:xfrm>
          </p:contentPart>
        </mc:Choice>
        <mc:Fallback xmlns="">
          <p:pic>
            <p:nvPicPr>
              <p:cNvPr id="15" name="Рукописный ввод 14">
                <a:extLst>
                  <a:ext uri="{FF2B5EF4-FFF2-40B4-BE49-F238E27FC236}">
                    <a16:creationId xmlns:a16="http://schemas.microsoft.com/office/drawing/2014/main" id="{6626B46D-A3A9-B7B3-051B-498579C88E32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1088889" y="6552099"/>
                <a:ext cx="1051200" cy="2271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04D317-38F2-5565-763D-2DA9DFDE25BD}"/>
              </a:ext>
            </a:extLst>
          </p:cNvPr>
          <p:cNvSpPr txBox="1"/>
          <p:nvPr/>
        </p:nvSpPr>
        <p:spPr>
          <a:xfrm>
            <a:off x="1748118" y="510988"/>
            <a:ext cx="875851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400" b="1" dirty="0"/>
              <a:t>Обучаемая маршрутизация против статичных правил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4848F3-485A-50B0-E450-CDC2D46D90D8}"/>
              </a:ext>
            </a:extLst>
          </p:cNvPr>
          <p:cNvSpPr txBox="1"/>
          <p:nvPr/>
        </p:nvSpPr>
        <p:spPr>
          <a:xfrm>
            <a:off x="340659" y="2198496"/>
            <a:ext cx="11573434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800" dirty="0" err="1"/>
              <a:t>nginx</a:t>
            </a:r>
            <a:r>
              <a:rPr lang="ru-RU" sz="2800" dirty="0"/>
              <a:t>/</a:t>
            </a:r>
            <a:r>
              <a:rPr lang="ru-RU" sz="2800" dirty="0" err="1"/>
              <a:t>HAProxy</a:t>
            </a:r>
            <a:r>
              <a:rPr lang="ru-RU" sz="2800" dirty="0"/>
              <a:t>/</a:t>
            </a:r>
            <a:r>
              <a:rPr lang="ru-RU" sz="2800" dirty="0" err="1"/>
              <a:t>Kubernetes</a:t>
            </a:r>
            <a:r>
              <a:rPr lang="ru-RU" sz="2800" dirty="0"/>
              <a:t> Service физически не умеют учитывать тип запроса — это не их недоработка, а архитектурное ограничение. Мы не конкурируем с ними напрямую, а встраиваемся поверх: дополняем существующий стек интеллектуальным слоем, а не заменяем то, что уже работает.</a:t>
            </a:r>
          </a:p>
        </p:txBody>
      </p:sp>
    </p:spTree>
    <p:extLst>
      <p:ext uri="{BB962C8B-B14F-4D97-AF65-F5344CB8AC3E}">
        <p14:creationId xmlns:p14="http://schemas.microsoft.com/office/powerpoint/2010/main" val="27510235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AF5822-004D-EC87-D3B9-6AC41BE4A65C}"/>
              </a:ext>
            </a:extLst>
          </p:cNvPr>
          <p:cNvSpPr txBox="1"/>
          <p:nvPr/>
        </p:nvSpPr>
        <p:spPr>
          <a:xfrm>
            <a:off x="1183341" y="842682"/>
            <a:ext cx="99687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5400" b="1" dirty="0"/>
              <a:t>Команда и сведения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69D68E-6AF7-155F-345D-40677E87D9EE}"/>
              </a:ext>
            </a:extLst>
          </p:cNvPr>
          <p:cNvSpPr txBox="1"/>
          <p:nvPr/>
        </p:nvSpPr>
        <p:spPr>
          <a:xfrm>
            <a:off x="430305" y="1837764"/>
            <a:ext cx="11564471" cy="44480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3200" dirty="0"/>
              <a:t>Синявский Станислав Дмитриевич (</a:t>
            </a:r>
            <a:r>
              <a:rPr lang="en-US" sz="3200" dirty="0"/>
              <a:t>ssd-tula@mail.ru</a:t>
            </a:r>
            <a:r>
              <a:rPr lang="ru-RU" sz="3200" dirty="0"/>
              <a:t>), студент каф. ИУ5 МГТУ им. </a:t>
            </a:r>
            <a:r>
              <a:rPr lang="ru-RU" sz="3200" dirty="0" err="1"/>
              <a:t>Н.Э.Баумана</a:t>
            </a:r>
            <a:r>
              <a:rPr lang="ru-RU" sz="3200" dirty="0"/>
              <a:t>, — автор, разработчик технологии </a:t>
            </a:r>
            <a:r>
              <a:rPr lang="ru-RU" sz="3200"/>
              <a:t>и эксперимента (2026)</a:t>
            </a:r>
            <a:endParaRPr lang="ru-RU" sz="3200" dirty="0"/>
          </a:p>
          <a:p>
            <a:pPr>
              <a:lnSpc>
                <a:spcPct val="150000"/>
              </a:lnSpc>
            </a:pPr>
            <a:endParaRPr lang="ru-RU" sz="3200" dirty="0"/>
          </a:p>
          <a:p>
            <a:pPr>
              <a:lnSpc>
                <a:spcPct val="150000"/>
              </a:lnSpc>
            </a:pPr>
            <a:r>
              <a:rPr lang="en-US" sz="3200" dirty="0"/>
              <a:t>GitHub</a:t>
            </a:r>
            <a:r>
              <a:rPr lang="ru-RU" sz="3200" dirty="0"/>
              <a:t>-репозиторий проекта: </a:t>
            </a:r>
            <a:r>
              <a:rPr lang="en-US" sz="3200" dirty="0"/>
              <a:t>https://github.com/winlast/adaptive-routing</a:t>
            </a:r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9481217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26FC59-F31F-7586-5BB0-5CF5D05F6AF7}"/>
              </a:ext>
            </a:extLst>
          </p:cNvPr>
          <p:cNvSpPr txBox="1"/>
          <p:nvPr/>
        </p:nvSpPr>
        <p:spPr>
          <a:xfrm>
            <a:off x="1120588" y="600635"/>
            <a:ext cx="1006736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5400" b="1" dirty="0"/>
              <a:t>Технология работает — дальше масштабируем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01FD72-1697-33AF-A879-CD2215C7199F}"/>
              </a:ext>
            </a:extLst>
          </p:cNvPr>
          <p:cNvSpPr txBox="1"/>
          <p:nvPr/>
        </p:nvSpPr>
        <p:spPr>
          <a:xfrm>
            <a:off x="546847" y="2574910"/>
            <a:ext cx="11358282" cy="37093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3200" dirty="0"/>
              <a:t>Гипотеза подтверждена на рабочем прототипе с измеримым результатом. Следующий шаг — довести до продукта, готового встраиваться в реальную инфраструктуру компаний. Ищем поддержку премии для перехода от прототипа к пилотным внедрениям.</a:t>
            </a:r>
          </a:p>
        </p:txBody>
      </p:sp>
    </p:spTree>
    <p:extLst>
      <p:ext uri="{BB962C8B-B14F-4D97-AF65-F5344CB8AC3E}">
        <p14:creationId xmlns:p14="http://schemas.microsoft.com/office/powerpoint/2010/main" val="8076185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859</Words>
  <Application>Microsoft Office PowerPoint</Application>
  <PresentationFormat>Широкоэкранный</PresentationFormat>
  <Paragraphs>77</Paragraphs>
  <Slides>13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7" baseType="lpstr">
      <vt:lpstr>Instrument Sans SemiBold</vt:lpstr>
      <vt:lpstr>Arial</vt:lpstr>
      <vt:lpstr>Instrument Sans Medium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Станислав Синявский</cp:lastModifiedBy>
  <cp:revision>5</cp:revision>
  <dcterms:created xsi:type="dcterms:W3CDTF">2026-09-17T18:10:24Z</dcterms:created>
  <dcterms:modified xsi:type="dcterms:W3CDTF">2026-09-17T18:44:40Z</dcterms:modified>
</cp:coreProperties>
</file>