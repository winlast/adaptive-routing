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574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FB3F0"/>
                </a:solidFill>
                <a:latin typeface="Calibri"/>
              </a:rPr>
              <a:t>LoadLens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4577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Интеллектуальная система</a:t>
            </a:r>
          </a:p>
          <a:p>
            <a:pPr algn="l">
              <a:lnSpc>
                <a:spcPct val="112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адаптивной балансировки нагрузки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62272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AA7B4"/>
                </a:solidFill>
                <a:latin typeface="Calibri"/>
              </a:rPr>
              <a:t>для микросервисных и гибридных веб-архитектур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8896"/>
                </a:solidFill>
                <a:latin typeface="Calibri"/>
              </a:rPr>
              <a:t>Синявский Станислав Дмитриевич · МГТУ им. Н.Э. Баумана, каф. ИУ5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8896"/>
                </a:solidFill>
                <a:latin typeface="Calibri"/>
              </a:rPr>
              <a:t>Премия Христофора Леденцова,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Приложение тормозит без причины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Обычно баланс открывается за доли секунды. Иногда — за три. Пользователь ничего не сделал не так: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в этот момент кто-то другой заказал выписку за год, и его запрос занял обработчик целиком.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A2027"/>
                </a:solidFill>
                <a:latin typeface="Calibri"/>
              </a:rPr>
              <a:t>Асинхронные движки обслуживают все соединения одним циклом событий. Вычисление останавливает его целиком: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0837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319125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9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381304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задержка соседних запросов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в потоковом сервере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3562" y="300837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19125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62828"/>
                </a:solidFill>
                <a:latin typeface="Calibri"/>
              </a:rPr>
              <a:t>125 мс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381304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та же задержка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в цикле событий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4164" y="300837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3620" y="319125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13x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381304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разница, измеренная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на одном и том же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8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Сама обработка занимает одинаковое время. Движки расходятся в том, сколько вреда запрос причиняет соседям.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Почему это не чинится настройками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Очевидный ответ — задать веса по маршрутам. Он не работает, и вот почему.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70305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Обращение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53476" y="2350008"/>
            <a:ext cx="351525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Время выполнения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6700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70305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/api/search?limit=10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3476" y="2743200"/>
            <a:ext cx="351525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10 мс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1272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0305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/api/search?limit=600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3476" y="3200400"/>
            <a:ext cx="351525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Calibri"/>
              </a:rPr>
              <a:t>640 мс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2027"/>
                </a:solidFill>
                <a:latin typeface="Calibri"/>
              </a:rPr>
              <a:t>Один адрес. Разница в 61 раз.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97680"/>
            <a:ext cx="10545775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B7A"/>
                </a:solidFill>
                <a:latin typeface="Calibri"/>
              </a:rPr>
              <a:t>Вес задаётся на маршрут, а различие лежит внутри маршрута. Настроить веса так, чтобы это учесть, невозможно в принципе — не потому, что nginx или Kubernetes плохи, а потому что величина, которую нужно выразить, в их модель не помещается.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349240"/>
            <a:ext cx="5144871" cy="11887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5532120"/>
            <a:ext cx="4705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62828"/>
                </a:solidFill>
                <a:latin typeface="Calibri"/>
              </a:rPr>
              <a:t>80 %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6153912"/>
            <a:ext cx="4705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ошибка оценки стоимости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по маршруту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5349240"/>
            <a:ext cx="5144871" cy="11887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5532120"/>
            <a:ext cx="4705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3,4 %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6153912"/>
            <a:ext cx="4705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ошибка оценки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по параметрам запроса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Что измерено, а не заявлено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Стенд с настоящей нагрузкой: хеширование, кодирование изображений, обращения к СУБД и по сети.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Ни одного sleep вместо работы. Все замеры воспроизводятся одной командой.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70305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Утверждение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53476" y="2350008"/>
            <a:ext cx="351525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Измерено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670048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Движки расходятся в блокировке, а не в скорости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3476" y="2743200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9 мс против 125 мс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145536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18688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Стоимость не определяется маршрутом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3476" y="3218688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разброс до 85 раз внутри адреса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621024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94176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Стоимость предсказуема по видимым признакам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3476" y="3694176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80 % ошибки → 3,4 %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96511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69663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Маршрутизация лучше любого одиночного движка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3476" y="4169663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+18…46 % пропускной способности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71999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45151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Доля подтормаживающих лёгких запросов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3476" y="4645151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89 % → 7 %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047487"/>
            <a:ext cx="10765231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39"/>
            <a:ext cx="703051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Где нужно обучение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3476" y="5120639"/>
            <a:ext cx="351525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втрое меньше пострадавших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Быстрее и стабильнее одновременно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Разнородный поток, конкурентность 32. Не размен одного на другое, а выигрыш сразу по двум осям.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504363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6591" y="2350008"/>
            <a:ext cx="25218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Запросов в секунду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8407" y="2350008"/>
            <a:ext cx="298032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Доля подтормаживающих запросов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670048"/>
            <a:ext cx="10765231" cy="512064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504363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весь трафик в асинхронный движок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6591" y="2743200"/>
            <a:ext cx="2521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24,7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8407" y="2743200"/>
            <a:ext cx="2980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89 %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182112"/>
            <a:ext cx="10765231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55264"/>
            <a:ext cx="504363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весь трафик в синхронный движок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6591" y="3255264"/>
            <a:ext cx="2521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27,2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407" y="3255264"/>
            <a:ext cx="2980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35 %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694176"/>
            <a:ext cx="10765231" cy="512064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67328"/>
            <a:ext cx="504363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65C0"/>
                </a:solidFill>
                <a:latin typeface="Calibri"/>
              </a:rPr>
              <a:t>маршрутизация с классификатором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6591" y="3767328"/>
            <a:ext cx="2521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35,1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8407" y="3767328"/>
            <a:ext cx="2980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7 %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498848"/>
            <a:ext cx="3344570" cy="132588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468172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+42 %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5303520"/>
            <a:ext cx="2905658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пропускной способности против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«всё асинхронно»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3562" y="4498848"/>
            <a:ext cx="3344570" cy="132588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3018" y="468172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в 13 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303520"/>
            <a:ext cx="2905658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меньше подтормаживающих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лёгких запросов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4164" y="4498848"/>
            <a:ext cx="3344570" cy="132588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3620" y="468172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+29 %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3620" y="5303520"/>
            <a:ext cx="2905658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против «всё синхронно»,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и в 5 раз меньше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Проверено не на своём стенде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Свой стенд писали мы, и он мог быть устроен так, чтобы подтвердить нашу мысль. Поэтому проверка сделана дважды на чужом.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2027"/>
                </a:solidFill>
                <a:latin typeface="Calibri"/>
              </a:rPr>
              <a:t>PostgREST поверх PostgreSQL, 300 000 строк. Нашего кода в пути запроса нет. Один и тот же адрес: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25496"/>
            <a:ext cx="81490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Обращение к /orders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71968" y="2825496"/>
            <a:ext cx="23967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Медиана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145536"/>
            <a:ext cx="10765231" cy="3840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18688"/>
            <a:ext cx="814900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?limit=5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1968" y="3218688"/>
            <a:ext cx="239676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2,0 мс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529584"/>
            <a:ext cx="10765231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02736"/>
            <a:ext cx="814900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?limit=20000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1968" y="3602736"/>
            <a:ext cx="239676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49,1 мс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13632"/>
            <a:ext cx="10765231" cy="3840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86784"/>
            <a:ext cx="814900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?order=amount.desc&amp;limit=20000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1968" y="3986784"/>
            <a:ext cx="239676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Calibri"/>
              </a:rPr>
              <a:t>123,1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62856"/>
            <a:ext cx="1054577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027"/>
                </a:solidFill>
                <a:latin typeface="Calibri"/>
              </a:rPr>
              <a:t>Разница в 72 раза. Инструмент сам, из одного журнала, определил, что дороже всего обходится сортировка.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3344570" cy="1234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527608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32 968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5897880"/>
            <a:ext cx="2905658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функций в производственной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трассе Azure Functions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3562" y="5093208"/>
            <a:ext cx="3344570" cy="1234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3018" y="527608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1,8 млрд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3018" y="5897880"/>
            <a:ext cx="2905658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вызовов настоящих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клиентов Microsoft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4164" y="5093208"/>
            <a:ext cx="3344570" cy="1234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3620" y="5276088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62828"/>
                </a:solidFill>
                <a:latin typeface="Calibri"/>
              </a:rPr>
              <a:t>44,6 %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620" y="5897880"/>
            <a:ext cx="2905658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обработчиков расходятся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не меньше чем в 10 раз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Где это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Границы применимости мы определили и измерили, а не замолчали. Это часть результата.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2350008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496312"/>
            <a:ext cx="1032631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62828"/>
                </a:solidFill>
                <a:latin typeface="Calibri"/>
              </a:rPr>
              <a:t>На однородном потоке — вредно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80360"/>
            <a:ext cx="1032631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Если все запросы одной природы, разносить их не по чему. Маршрутизация проигрывает асинхронному движку 43 % на чистом вводе-выводе.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57530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721608"/>
            <a:ext cx="1032631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62828"/>
                </a:solidFill>
                <a:latin typeface="Calibri"/>
              </a:rPr>
              <a:t>Против least-connections — размен, не победа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105656"/>
            <a:ext cx="1032631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Он выдаёт больше запросов в секунду, но у него тормозит 44 % лёгких обращений. Мы отдаём 20 % пропускной способности за шестикратное снижение хвоста.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80060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946904"/>
            <a:ext cx="1032631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62828"/>
                </a:solidFill>
                <a:latin typeface="Calibri"/>
              </a:rPr>
              <a:t>При деградации самого движка — преимущество теряется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5330952"/>
            <a:ext cx="1032631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Если асинхронный движок лишается процессорного времени, обычная балансировка становится лучше. Подход опирается на то, что движок остаётся таким, каким его измерили.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Вход в продукт — не прокси, а диагностика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Никто не поставит незнакомый прокси в путь боевых запросов. Но журнал обращений есть у всех,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и прочитать его — нулевой риск.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105457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65C0"/>
                </a:solidFill>
                <a:latin typeface="Calibri"/>
              </a:rPr>
              <a:t>LoadLens Diagnose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52928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2027"/>
                </a:solidFill>
                <a:latin typeface="Calibri"/>
              </a:rPr>
              <a:t>Читает обычный журнал nginx, JSON или CSV и показывает: насколько стоимость различается внутри каждого маршрута, объясняется ли разброс параметрами запроса и во сколько раз ошибается оценка по маршруту.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43400"/>
            <a:ext cx="3344570" cy="13716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4526280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5148072"/>
            <a:ext cx="290565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изменений в коде сервиса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4343400"/>
            <a:ext cx="3344570" cy="13716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3018" y="4526280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5148072"/>
            <a:ext cx="290565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зависимостей, одна команда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4343400"/>
            <a:ext cx="3344570" cy="13716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3620" y="4526280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565C0"/>
                </a:solidFill>
                <a:latin typeface="Calibri"/>
              </a:rPr>
              <a:t>любой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620" y="5148072"/>
            <a:ext cx="290565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стек: Node, Go, Java, PHP —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читается журнал, а не код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python loadlens.py access.log --html report.html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Инструмент выводит сложность из времён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На журнале нашего стенда LoadLens сам, ничего не зная об устройстве сервиса, восстановил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зависимость стоимости от параметра запроса.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35534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Маршрут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76427" y="2350008"/>
            <a:ext cx="13755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Параметр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1963" y="2350008"/>
            <a:ext cx="217793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Найденный закон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9895" y="2350008"/>
            <a:ext cx="20633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Истинный показатель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3199" y="2350008"/>
            <a:ext cx="13755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Объясняет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700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3553467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/api/image/thumbnail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6427" y="27432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1963" y="2743200"/>
            <a:ext cx="217793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~ size^1,91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9895" y="2743200"/>
            <a:ext cx="206330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2,00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3199" y="27432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99 %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1272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3553467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/api/report/generate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427" y="32004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51963" y="3200400"/>
            <a:ext cx="217793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~ days^1,98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9895" y="3200400"/>
            <a:ext cx="206330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2,00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3199" y="32004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78 %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5844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57600"/>
            <a:ext cx="3553467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6427" y="36576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limit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51963" y="3657600"/>
            <a:ext cx="217793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~ limit^0,89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9895" y="3657600"/>
            <a:ext cx="206330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1,00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93199" y="36576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83 %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041648"/>
            <a:ext cx="10765231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14800"/>
            <a:ext cx="3553467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/api/feed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6427" y="41148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limit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51963" y="4114800"/>
            <a:ext cx="217793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~ limit^0,77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9895" y="4114800"/>
            <a:ext cx="206330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1,00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3199" y="4114800"/>
            <a:ext cx="1375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81 %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681728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2027"/>
                </a:solidFill>
                <a:latin typeface="Calibri"/>
              </a:rPr>
              <a:t>Показатели 1,91 и 1,98 при истинном значении 2,00 — это квадратичная алгоритмическая сложность операций, выведенная из одних только времён ответа в журнале веб-сервера.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Этап 2 — исправить то, что увидели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Шлюз, который оценивает нагрузку каждого запроса и раскладывает обращения по обработчикам.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1054577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565C0"/>
                </a:solidFill>
                <a:latin typeface="Calibri"/>
              </a:rPr>
              <a:t>1. Оценка нагрузки 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523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По параметрам, которые прокси видит до обработки, предсказывается, на сколько миллисекунд запрос займёт движок для остальных.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57016"/>
            <a:ext cx="1054577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565C0"/>
                </a:solidFill>
                <a:latin typeface="Calibri"/>
              </a:rPr>
              <a:t>2. Допуск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9352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Запрос пускается в асинхронный движок, только если предсказанная блокировка не превышает порога. Порог задаёт компромисс между пропускной способностью и хвостом задержек.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64024"/>
            <a:ext cx="1054577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565C0"/>
                </a:solidFill>
                <a:latin typeface="Calibri"/>
              </a:rPr>
              <a:t>3. Выбор из допустимых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Среди допустимых движков выбирается менее занятый. Именно здесь, и только здесь, обучаемая модель даёт втрое меньше пострадавших запросов, чем правило.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Сколько это стоит клиенту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Сравнивать пропускную способность саму по себе бессмысленно: нагрузить сильнее можно всегда, если согласиться, что люди будут ждать.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2027"/>
                </a:solidFill>
                <a:latin typeface="Calibri"/>
              </a:rPr>
              <a:t>Осмысленный вопрос — сколько запросов система держит, не нарушая обещания по отклику: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25496"/>
            <a:ext cx="464014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Обещание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3101" y="2825496"/>
            <a:ext cx="295281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least_conn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5918" y="2825496"/>
            <a:ext cx="295281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6B7A"/>
                </a:solidFill>
                <a:latin typeface="Calibri"/>
              </a:rPr>
              <a:t>Наш модуль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3145536"/>
            <a:ext cx="10765231" cy="3840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18688"/>
            <a:ext cx="464014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p95 не хуже 100 мс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3101" y="3218688"/>
            <a:ext cx="295281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37,8 запр./с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5918" y="3218688"/>
            <a:ext cx="295281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59,2 запр./с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529584"/>
            <a:ext cx="10765231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02736"/>
            <a:ext cx="464014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p95 не хуже 200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3101" y="3602736"/>
            <a:ext cx="295281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6B7A"/>
                </a:solidFill>
                <a:latin typeface="Calibri"/>
              </a:rPr>
              <a:t>62,3 запр./с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5918" y="3602736"/>
            <a:ext cx="295281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2027"/>
                </a:solidFill>
                <a:latin typeface="Calibri"/>
              </a:rPr>
              <a:t>59,2 запр./с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9709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437997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+57 %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500176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нагрузки при строгом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обещании по отклику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3562" y="419709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3018" y="437997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7D32"/>
                </a:solidFill>
                <a:latin typeface="Calibri"/>
              </a:rPr>
              <a:t>657 тыс. 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3018" y="500176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экономии в год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при 1000 запросах в секунду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4164" y="4197096"/>
            <a:ext cx="3344570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3620" y="4379976"/>
            <a:ext cx="290565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62828"/>
                </a:solidFill>
                <a:latin typeface="Calibri"/>
              </a:rPr>
              <a:t>0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3620" y="5001768"/>
            <a:ext cx="2905658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экономии при мягком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B7A"/>
                </a:solidFill>
                <a:latin typeface="Calibri"/>
              </a:rPr>
              <a:t>обещании — продавать не надо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43016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Цены — публичный прейскурант Yandex Cloud. Последнее число не оговорка мелким шрифтом: из него следует, кому этот продукт не нужен.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Кому это нужно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Признак клиента виден сразу: в одном API соседствуют операции, различающиеся по стоимости на порядок,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B7A"/>
                </a:solidFill>
                <a:latin typeface="Calibri"/>
              </a:rPr>
              <a:t>и команда уже столкнулась с необъяснимыми подтормаживаниями.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0008"/>
            <a:ext cx="51814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027"/>
                </a:solidFill>
                <a:latin typeface="Calibri"/>
              </a:rPr>
              <a:t>Интернет-магазины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15768"/>
            <a:ext cx="51814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каталог и выгрузка отчётов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7287" y="2350008"/>
            <a:ext cx="51814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027"/>
                </a:solidFill>
                <a:latin typeface="Calibri"/>
              </a:rPr>
              <a:t>Финтех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2715768"/>
            <a:ext cx="51814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проверка баланса и формирование выписки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18688"/>
            <a:ext cx="51814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027"/>
                </a:solidFill>
                <a:latin typeface="Calibri"/>
              </a:rPr>
              <a:t>SaaS-сервисы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51814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интерфейс и экспорт 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7287" y="3218688"/>
            <a:ext cx="51814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027"/>
                </a:solidFill>
                <a:latin typeface="Calibri"/>
              </a:rPr>
              <a:t>Медиасервисы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7287" y="3584448"/>
            <a:ext cx="51814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лента и обработка изображений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270248"/>
            <a:ext cx="10765231" cy="13716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434840"/>
            <a:ext cx="1032631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65C0"/>
                </a:solidFill>
                <a:latin typeface="Calibri"/>
              </a:rPr>
              <a:t>Смежное направление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818888"/>
            <a:ext cx="1032631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Обслуживание языковых моделей: стоимость запроса меняется на порядки в зависимости от числа токенов, а распределяют запросы всё тем же счётом соединений. Механизм тот же — но мы там ничего не измеряли и выдавать это за проверенное не будем.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2027"/>
                </a:solidFill>
                <a:latin typeface="Calibri"/>
              </a:rPr>
              <a:t>Модель и то, чего пока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027"/>
                </a:solidFill>
                <a:latin typeface="Calibri"/>
              </a:rPr>
              <a:t>За что платят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83664"/>
            <a:ext cx="509000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Меньше серверов при том же качестве отклика: сегодня проблему закрывают избыточностью.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Меньше работы инженеров: альтернатива — вручную выносить тяжёлые операции в отдельные сервисы, это месяцы работы команды.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Открытое ядро: диагностика и маршрутизатор открыты и служат доказательством; платное — панель управления, интеграции с Envoy и Kubernetes, поддержка.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481328"/>
            <a:ext cx="50900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62828"/>
                </a:solidFill>
                <a:latin typeface="Calibri"/>
              </a:rPr>
              <a:t>Чего пока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883664"/>
            <a:ext cx="509000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Ни одного платящего клиента. Цену никто не подтверждал.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Эффект на боевом трафике настоящей компании не проверен: все замеры сделаны на одной машине.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Размер рынка не оценён. Поведение при масштабировании на много обработчиков не измерено.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Это гипотезы, а не результаты, и мы их так и называем.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Чего просим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D6DEE6"/>
                </a:solidFill>
                <a:latin typeface="Calibri"/>
              </a:rPr>
              <a:t>Не денег на рост — рано. Ресурса на проверку гипотезы на реальных данных: прогнать диагностику на журналах трёх–пяти живых сервисов и установить, встречается ли обнаруженный разброс за пределами лаборатории.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7B4"/>
                </a:solidFill>
                <a:latin typeface="Calibri"/>
              </a:rPr>
              <a:t>Опыт дешёвый и быстрый: журналы у команд уже есть, инструмент работает без внедрения. Он либо подтвердит, что проблема массовая, либо покажет, что она наша частная, — и второе мы скажем так же прямо.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8896"/>
                </a:solidFill>
                <a:latin typeface="Calibri"/>
              </a:rPr>
              <a:t>Синявский Станислав Дмитриевич · ssd-tula@mail.ru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8896"/>
                </a:solidFill>
                <a:latin typeface="Calibri"/>
              </a:rPr>
              <a:t>Код, замеры и научные статьи — открыты и воспроизводимы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