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574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FB3F0"/>
                </a:solidFill>
                <a:latin typeface="Calibri"/>
              </a:rPr>
              <a:t>LoadLens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4577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Интеллектуальная система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адаптивной балансировки нагрузки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62272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AA7B4"/>
                </a:solidFill>
                <a:latin typeface="Calibri"/>
              </a:rPr>
              <a:t>для микросервисных и гибридных веб-архитектур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8896"/>
                </a:solidFill>
                <a:latin typeface="Calibri"/>
              </a:rPr>
              <a:t>Синявский Станислав Дмитриевич · МГТУ им. Н.Э. Баумана, каф. ИУ5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8896"/>
                </a:solidFill>
                <a:latin typeface="Calibri"/>
              </a:rPr>
              <a:t>Премия Христофора Леденцова,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Приложение тормозит без причины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Обычно баланс открывается за доли секунды. Иногда — за три. Пользователь ничего не сделал не так: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в этот момент кто-то другой заказал выписку за год, и его запрос занял обработчик целиком.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2027"/>
                </a:solidFill>
                <a:latin typeface="Calibri"/>
              </a:rPr>
              <a:t>Асинхронные движки обслуживают все соединения одним циклом событий. Вычисление останавливает его целиком: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08376"/>
            <a:ext cx="334457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3191256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Calibri"/>
              </a:rPr>
              <a:t>9 мс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3813048"/>
            <a:ext cx="290565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задержка соседних запросов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в потоковом сервере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3562" y="3008376"/>
            <a:ext cx="334457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018" y="3191256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62828"/>
                </a:solidFill>
                <a:latin typeface="Calibri"/>
              </a:rPr>
              <a:t>123 мс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3813048"/>
            <a:ext cx="290565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та же задержка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в цикле событий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4164" y="3008376"/>
            <a:ext cx="3344570" cy="14173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3620" y="3191256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13x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3620" y="3813048"/>
            <a:ext cx="290565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разница, измеренная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на одном и том же запросе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8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Сама обработка занимает одинаковое время. Движки расходятся в том, сколько вреда запрос причиняет соседям.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Почему это не чинится настройками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Очевидный ответ — задать веса по маршрутам. Он не работает, и вот почему.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70305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Обращение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3476" y="2350008"/>
            <a:ext cx="351525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Время выполнения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70048"/>
            <a:ext cx="10765231" cy="457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703051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/api/search?limit=10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3476" y="2743200"/>
            <a:ext cx="351525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10 мс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127248"/>
            <a:ext cx="10765231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703051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/api/search?limit=600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3476" y="3200400"/>
            <a:ext cx="351525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2828"/>
                </a:solidFill>
                <a:latin typeface="Calibri"/>
              </a:rPr>
              <a:t>658 мс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2027"/>
                </a:solidFill>
                <a:latin typeface="Calibri"/>
              </a:rPr>
              <a:t>Один адрес. Разница в 65 раз.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4577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B6B7A"/>
                </a:solidFill>
                <a:latin typeface="Calibri"/>
              </a:rPr>
              <a:t>Вес задаётся на маршрут, а различие лежит внутри маршрута. Настроить веса так, чтобы это учесть, невозможно в принципе — не потому, что nginx или Kubernetes плохи, а потому что величина, которую нужно выразить, в их модель не помещается.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49240"/>
            <a:ext cx="5144871" cy="1188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5532120"/>
            <a:ext cx="470595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62828"/>
                </a:solidFill>
                <a:latin typeface="Calibri"/>
              </a:rPr>
              <a:t>80 %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6153912"/>
            <a:ext cx="47059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ошибка оценки стоимости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по маршруту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5349240"/>
            <a:ext cx="5144871" cy="1188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5532120"/>
            <a:ext cx="4705959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Calibri"/>
              </a:rPr>
              <a:t>3,4 %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6153912"/>
            <a:ext cx="47059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ошибка оценки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по параметрам запроса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Что измерено, а не заявлено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Стенд с настоящей нагрузкой: хеширование, кодирование изображений, обращения к СУБД и по сети.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Ни одного sleep вместо работы. Все замеры воспроизводятся одной командой.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70305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Утверждение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3476" y="2350008"/>
            <a:ext cx="351525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Измерено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70048"/>
            <a:ext cx="10765231" cy="4754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703051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Движки расходятся в блокировке, а не в скорости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3476" y="2743200"/>
            <a:ext cx="351525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9 мс против 123 мс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145536"/>
            <a:ext cx="10765231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18688"/>
            <a:ext cx="703051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Стоимость не определяется маршрутом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3476" y="3218688"/>
            <a:ext cx="351525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разброс 65 раз внутри адреса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621024"/>
            <a:ext cx="10765231" cy="4754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703051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Стоимость предсказуема по видимым признакам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3476" y="3694176"/>
            <a:ext cx="351525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80 % ошибки → 3,4 %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96511"/>
            <a:ext cx="10765231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9663"/>
            <a:ext cx="703051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Маршрутизация лучше любого одиночного движка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3476" y="4169663"/>
            <a:ext cx="351525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+18…46 % пропускной способности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71999"/>
            <a:ext cx="10765231" cy="47548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1"/>
            <a:ext cx="703051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Доля подтормаживающих лёгких запросов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3476" y="4645151"/>
            <a:ext cx="351525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89 % → 7 %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047487"/>
            <a:ext cx="10765231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39"/>
            <a:ext cx="703051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Где нужно обучение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3476" y="5120639"/>
            <a:ext cx="351525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втрое меньше пострадавших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Быстрее и стабильнее одновременно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Разнородный поток, конкурентность 32. Не размен одного на другое, а выигрыш сразу по двум осям.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504363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Как устроено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6591" y="2350008"/>
            <a:ext cx="25218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Запросов в секунду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8407" y="2350008"/>
            <a:ext cx="29803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Доля подтормаживающих запросов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670048"/>
            <a:ext cx="10765231" cy="512064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436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весь трафик в асинхронный движок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6591" y="2743200"/>
            <a:ext cx="25218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24,7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8407" y="2743200"/>
            <a:ext cx="29803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89 %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182112"/>
            <a:ext cx="10765231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55264"/>
            <a:ext cx="50436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весь трафик в синхронный движок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6591" y="3255264"/>
            <a:ext cx="25218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27,2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407" y="3255264"/>
            <a:ext cx="29803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35 %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94176"/>
            <a:ext cx="10765231" cy="512064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67328"/>
            <a:ext cx="50436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65C0"/>
                </a:solidFill>
                <a:latin typeface="Calibri"/>
              </a:rPr>
              <a:t>маршрутизация с классификатором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6591" y="3767328"/>
            <a:ext cx="25218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35,1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8407" y="3767328"/>
            <a:ext cx="29803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7 %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98848"/>
            <a:ext cx="3344570" cy="13258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681728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Calibri"/>
              </a:rPr>
              <a:t>+42 %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5303520"/>
            <a:ext cx="290565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пропускной способности против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«всё асинхронно»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3562" y="4498848"/>
            <a:ext cx="3344570" cy="13258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3018" y="4681728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Calibri"/>
              </a:rPr>
              <a:t>в 13 раз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018" y="5303520"/>
            <a:ext cx="290565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меньше подтормаживающих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лёгких запросов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4164" y="4498848"/>
            <a:ext cx="3344570" cy="13258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4681728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Calibri"/>
              </a:rPr>
              <a:t>+29 %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3620" y="5303520"/>
            <a:ext cx="290565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против «всё синхронно»,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и в 5 раз меньше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Где это не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Границы применимости мы определили и измерили, а не замолчали. Это часть результата.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350008"/>
            <a:ext cx="10765231" cy="10789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496312"/>
            <a:ext cx="1032631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2828"/>
                </a:solidFill>
                <a:latin typeface="Calibri"/>
              </a:rPr>
              <a:t>На однородном потоке — вредно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880360"/>
            <a:ext cx="1032631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Если все запросы одной природы, разносить их не по чему. Маршрутизация проигрывает асинхронному движку 43 % на чистом вводе-выводе.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75304"/>
            <a:ext cx="10765231" cy="10789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721608"/>
            <a:ext cx="1032631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2828"/>
                </a:solidFill>
                <a:latin typeface="Calibri"/>
              </a:rPr>
              <a:t>Против least-connections — размен, не победа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105656"/>
            <a:ext cx="1032631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Он выдаёт больше запросов в секунду, но у него тормозит 44 % лёгких обращений. Мы отдаём 20 % пропускной способности за шестикратное снижение хвоста.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800600"/>
            <a:ext cx="10765231" cy="107899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946904"/>
            <a:ext cx="1032631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2828"/>
                </a:solidFill>
                <a:latin typeface="Calibri"/>
              </a:rPr>
              <a:t>При деградации самого движка — преимущество теряется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330952"/>
            <a:ext cx="1032631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Если асинхронный движок лишается процессорного времени, обычная балансировка становится лучше. Подход опирается на то, что движок остаётся таким, каким его измерили.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Вход в продукт — не прокси, а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Никто не поставит незнакомый прокси в путь боевых запросов. Но журнал обращений есть у всех,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и прочитать его — нулевой риск.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1054577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65C0"/>
                </a:solidFill>
                <a:latin typeface="Calibri"/>
              </a:rPr>
              <a:t>LoadLens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52928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2027"/>
                </a:solidFill>
                <a:latin typeface="Calibri"/>
              </a:rPr>
              <a:t>Читает обычный журнал nginx, JSON или CSV и показывает: насколько стоимость различается внутри каждого маршрута, объясняется ли разброс параметрами запроса и во сколько раз ошибается оценка по маршруту.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334457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4526280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5148072"/>
            <a:ext cx="290565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изменений в коде сервиса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4343400"/>
            <a:ext cx="334457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3018" y="4526280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018" y="5148072"/>
            <a:ext cx="290565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зависимостей, одна команда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4343400"/>
            <a:ext cx="334457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3620" y="4526280"/>
            <a:ext cx="290565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565C0"/>
                </a:solidFill>
                <a:latin typeface="Calibri"/>
              </a:rPr>
              <a:t>любой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620" y="5148072"/>
            <a:ext cx="290565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стек: Node, Go, Java, PHP —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читается журнал, а не код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python loadlens.py access.log --html report.html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Инструмент выводит сложность из времён 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На журнале нашего стенда LoadLens сам, ничего не зная об устройстве сервиса, восстановил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зависимость стоимости от параметра запроса.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355346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Маршрут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6427" y="2350008"/>
            <a:ext cx="13755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Параметр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1963" y="2350008"/>
            <a:ext cx="217793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Найденный закон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9895" y="2350008"/>
            <a:ext cx="206330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Истинный показатель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3199" y="2350008"/>
            <a:ext cx="137553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Объясняет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670048"/>
            <a:ext cx="10765231" cy="457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55346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/api/image/thumbnail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6427" y="27432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1963" y="2743200"/>
            <a:ext cx="217793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~ size^1,91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9895" y="2743200"/>
            <a:ext cx="206330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2,00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3199" y="27432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99 %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27248"/>
            <a:ext cx="10765231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355346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/api/report/generate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427" y="32004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1963" y="3200400"/>
            <a:ext cx="217793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~ days^1,98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9895" y="3200400"/>
            <a:ext cx="206330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2,00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3199" y="32004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78 %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584448"/>
            <a:ext cx="10765231" cy="4572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355346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/api/search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6427" y="36576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51963" y="3657600"/>
            <a:ext cx="217793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~ limit^0,89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895" y="3657600"/>
            <a:ext cx="206330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1,00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3199" y="36576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83 %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041648"/>
            <a:ext cx="10765231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0"/>
            <a:ext cx="355346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/api/feed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6427" y="41148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963" y="4114800"/>
            <a:ext cx="217793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~ limit^0,77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9895" y="4114800"/>
            <a:ext cx="206330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1,00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3199" y="4114800"/>
            <a:ext cx="137553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27"/>
                </a:solidFill>
                <a:latin typeface="Calibri"/>
              </a:rPr>
              <a:t>81 %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81728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A2027"/>
                </a:solidFill>
                <a:latin typeface="Calibri"/>
              </a:rPr>
              <a:t>Показатели 1,91 и 1,98 при истинном значении 2,00 — это квадратичная алгоритмическая сложность операций, выведенная из одних только времён ответа в журнале веб-сервера.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Этап 2 — исправить то, что увидели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Шлюз, который оценивает нагрузку каждого запроса и раскладывает обращения по обработчикам.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1054577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65C0"/>
                </a:solidFill>
                <a:latin typeface="Calibri"/>
              </a:rPr>
              <a:t>1. Оценка нагрузки 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52344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По параметрам, которые прокси видит до обработки, предсказывается, на сколько миллисекунд запрос займёт движок для остальных.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57016"/>
            <a:ext cx="1054577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65C0"/>
                </a:solidFill>
                <a:latin typeface="Calibri"/>
              </a:rPr>
              <a:t>2. Допуск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59352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Запрос пускается в асинхронный движок, только если предсказанная блокировка не превышает порога. Порог задаёт компромисс между пропускной способностью и хвостом задержек.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64024"/>
            <a:ext cx="1054577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65C0"/>
                </a:solidFill>
                <a:latin typeface="Calibri"/>
              </a:rPr>
              <a:t>3. Выбор из допустимых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Среди допустимых движков выбирается менее занятый. Именно здесь, и только здесь, обучаемая модель даёт втрое меньше пострадавших запросов, чем правило.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Кому это нужно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Признак клиента виден сразу: в одном API соседствуют операции, различающиеся по стоимости на порядок,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B7A"/>
                </a:solidFill>
                <a:latin typeface="Calibri"/>
              </a:rPr>
              <a:t>и команда уже столкнулась с необъяснимыми подтормаживаниями.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0008"/>
            <a:ext cx="518144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Calibri"/>
              </a:rPr>
              <a:t>Интернет-магазины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15768"/>
            <a:ext cx="51814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каталог и выгрузка отчётов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7287" y="2350008"/>
            <a:ext cx="518144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Calibri"/>
              </a:rPr>
              <a:t>Финтех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2715768"/>
            <a:ext cx="51814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проверка баланса и формирование выписки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18688"/>
            <a:ext cx="518144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Calibri"/>
              </a:rPr>
              <a:t>SaaS-сервисы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84448"/>
            <a:ext cx="51814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интерфейс и экспорт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287" y="3218688"/>
            <a:ext cx="518144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Calibri"/>
              </a:rPr>
              <a:t>Медиасервисы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3584448"/>
            <a:ext cx="51814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лента и обработка изображений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270248"/>
            <a:ext cx="10765231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34840"/>
            <a:ext cx="1032631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65C0"/>
                </a:solidFill>
                <a:latin typeface="Calibri"/>
              </a:rPr>
              <a:t>Смежное направление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18888"/>
            <a:ext cx="1032631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Обслуживание языковых моделей: стоимость запроса меняется на порядки в зависимости от числа токенов, а распределяют запросы всё тем же счётом соединений. Механизм тот же — но мы там ничего не измеряли и выдавать это за проверенное не будем.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2027"/>
                </a:solidFill>
                <a:latin typeface="Calibri"/>
              </a:rPr>
              <a:t>Модель и то, чего пока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Calibri"/>
              </a:rPr>
              <a:t>За что платят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509000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Меньше серверов при том же качестве отклика: сегодня проблему закрывают избыточностью.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Меньше работы инженеров: альтернатива — вручную выносить тяжёлые операции в отдельные сервисы, это месяцы работы команды.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Открытое ядро: диагностика и маршрутизатор открыты и служат доказательством; платное — панель управления, интеграции с Envoy и Kubernetes, поддержка.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481328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Calibri"/>
              </a:rPr>
              <a:t>Чего пока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883664"/>
            <a:ext cx="509000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Ни одного платящего клиента. Цену никто не подтверждал.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Эффект на боевом трафике настоящей компании не проверен: все замеры сделаны на одной машине.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Размер рынка не оценён. Поведение при масштабировании на много обработчиков не измерено.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Это гипотезы, а не результаты, и мы их так и называем.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Чего просим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D6DEE6"/>
                </a:solidFill>
                <a:latin typeface="Calibri"/>
              </a:rPr>
              <a:t>Не денег на рост — рано. Ресурса на проверку гипотезы на реальных данных: прогнать диагностику на журналах трёх–пяти живых сервисов и установить, встречается ли обнаруженный разброс за пределами лаборатории.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7B4"/>
                </a:solidFill>
                <a:latin typeface="Calibri"/>
              </a:rPr>
              <a:t>Опыт дешёвый и быстрый: журналы у команд уже есть, инструмент работает без внедрения. Он либо подтвердит, что проблема массовая, либо покажет, что она наша частная, — и второе мы скажем так же прямо.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8896"/>
                </a:solidFill>
                <a:latin typeface="Calibri"/>
              </a:rPr>
              <a:t>Синявский Станислав Дмитриевич · ssd-tula@mail.ru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7A8896"/>
                </a:solidFill>
                <a:latin typeface="Calibri"/>
              </a:rPr>
              <a:t>Код, замеры и научные статьи — открыты и воспроизводимы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